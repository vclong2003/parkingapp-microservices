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19" r:id="rId3"/>
    <p:sldId id="586" r:id="rId4"/>
    <p:sldId id="605" r:id="rId5"/>
    <p:sldId id="606" r:id="rId6"/>
    <p:sldId id="607" r:id="rId7"/>
    <p:sldId id="608" r:id="rId8"/>
    <p:sldId id="342" r:id="rId9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5" autoAdjust="0"/>
    <p:restoredTop sz="83508" autoAdjust="0"/>
  </p:normalViewPr>
  <p:slideViewPr>
    <p:cSldViewPr snapToGrid="0" snapToObjects="1">
      <p:cViewPr varScale="1">
        <p:scale>
          <a:sx n="31" d="100"/>
          <a:sy n="31" d="100"/>
        </p:scale>
        <p:origin x="432" y="3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8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pring.io/tool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rgIY7GslXQ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alt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Spring tool suite</a:t>
            </a: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299433"/>
            <a:ext cx="9360751" cy="138046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Download </a:t>
            </a:r>
            <a:r>
              <a:rPr lang="en-US" dirty="0">
                <a:hlinkClick r:id="rId2"/>
              </a:rPr>
              <a:t>https://spring.io/tools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975" y="3679902"/>
            <a:ext cx="20981046" cy="832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5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254828"/>
            <a:ext cx="4967170" cy="115744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Extract file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121" y="3412273"/>
            <a:ext cx="8984775" cy="85124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912" y="5115517"/>
            <a:ext cx="9672201" cy="536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121013"/>
            <a:ext cx="3874351" cy="9567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Extract file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162" y="3291898"/>
            <a:ext cx="15477892" cy="833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4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06" y="4111896"/>
            <a:ext cx="13604586" cy="619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0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299433"/>
            <a:ext cx="16096087" cy="113514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Tutorial </a:t>
            </a:r>
            <a:r>
              <a:rPr lang="en-US" dirty="0">
                <a:hlinkClick r:id="rId2"/>
              </a:rPr>
              <a:t>https://www.youtube.com/watch?v=MrgIY7GslXQ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05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22689</TotalTime>
  <Words>79</Words>
  <Application>Microsoft Office PowerPoint</Application>
  <PresentationFormat>Custom</PresentationFormat>
  <Paragraphs>17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Meiryo</vt:lpstr>
      <vt:lpstr>Calibri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2465</cp:revision>
  <cp:lastPrinted>2019-09-17T11:00:25Z</cp:lastPrinted>
  <dcterms:modified xsi:type="dcterms:W3CDTF">2024-03-04T02:53:49Z</dcterms:modified>
  <cp:category/>
</cp:coreProperties>
</file>