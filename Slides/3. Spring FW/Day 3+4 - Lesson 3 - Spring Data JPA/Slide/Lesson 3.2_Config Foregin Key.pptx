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419" r:id="rId3"/>
    <p:sldId id="706" r:id="rId4"/>
    <p:sldId id="718" r:id="rId5"/>
    <p:sldId id="719" r:id="rId6"/>
    <p:sldId id="730" r:id="rId7"/>
    <p:sldId id="739" r:id="rId8"/>
    <p:sldId id="717" r:id="rId9"/>
    <p:sldId id="716" r:id="rId10"/>
    <p:sldId id="720" r:id="rId11"/>
    <p:sldId id="721" r:id="rId12"/>
    <p:sldId id="722" r:id="rId13"/>
    <p:sldId id="723" r:id="rId14"/>
    <p:sldId id="724" r:id="rId15"/>
    <p:sldId id="725" r:id="rId16"/>
    <p:sldId id="727" r:id="rId17"/>
    <p:sldId id="726" r:id="rId18"/>
    <p:sldId id="729" r:id="rId19"/>
    <p:sldId id="731" r:id="rId20"/>
    <p:sldId id="732" r:id="rId21"/>
    <p:sldId id="734" r:id="rId22"/>
    <p:sldId id="735" r:id="rId23"/>
    <p:sldId id="736" r:id="rId24"/>
    <p:sldId id="737" r:id="rId25"/>
    <p:sldId id="738" r:id="rId26"/>
    <p:sldId id="740" r:id="rId27"/>
    <p:sldId id="741" r:id="rId28"/>
    <p:sldId id="742" r:id="rId29"/>
    <p:sldId id="743" r:id="rId30"/>
    <p:sldId id="744" r:id="rId31"/>
    <p:sldId id="707" r:id="rId32"/>
    <p:sldId id="342" r:id="rId33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1" autoAdjust="0"/>
    <p:restoredTop sz="84555" autoAdjust="0"/>
  </p:normalViewPr>
  <p:slideViewPr>
    <p:cSldViewPr snapToGrid="0" snapToObjects="1">
      <p:cViewPr varScale="1">
        <p:scale>
          <a:sx n="37" d="100"/>
          <a:sy n="37" d="100"/>
        </p:scale>
        <p:origin x="147" y="5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32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Table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endParaRPr lang="en-US" altLang="en-US" sz="6600" b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Relationship Table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6796998" cy="54372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3 types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sz="4000" dirty="0"/>
              <a:t> 1-1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1-n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n-n</a:t>
            </a:r>
          </a:p>
        </p:txBody>
      </p:sp>
    </p:spTree>
    <p:extLst>
      <p:ext uri="{BB962C8B-B14F-4D97-AF65-F5344CB8AC3E}">
        <p14:creationId xmlns:p14="http://schemas.microsoft.com/office/powerpoint/2010/main" val="76670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Relationship Table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2053548" cy="1017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1-1</a:t>
            </a:r>
            <a:endParaRPr lang="en-US" sz="4000" dirty="0"/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4378694" y="9353550"/>
            <a:ext cx="1949301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Way 1</a:t>
            </a: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7370794" y="9353550"/>
            <a:ext cx="1949301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Way 2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4" y="3511403"/>
            <a:ext cx="11367084" cy="57025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628" y="4435391"/>
            <a:ext cx="12868878" cy="367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4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Relationship Table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8035248" cy="1017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1-n (n-1)</a:t>
            </a: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9152121" y="11837934"/>
            <a:ext cx="5260606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(Address) 1 - n (User)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771900"/>
            <a:ext cx="21583649" cy="80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5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Relationship Table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9467472" y="11125200"/>
            <a:ext cx="5260606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(Address) n - 1 (User)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819400"/>
            <a:ext cx="23090650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1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Relationship Table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2053548" cy="1017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n-n</a:t>
            </a:r>
            <a:endParaRPr lang="en-US" sz="4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544" y="3333750"/>
            <a:ext cx="16299809" cy="8099561"/>
          </a:xfrm>
          <a:prstGeom prst="rect">
            <a:avLst/>
          </a:prstGeom>
        </p:spPr>
      </p:pic>
      <p:sp>
        <p:nvSpPr>
          <p:cNvPr id="13" name="Text Placeholder 1"/>
          <p:cNvSpPr txBox="1">
            <a:spLocks/>
          </p:cNvSpPr>
          <p:nvPr/>
        </p:nvSpPr>
        <p:spPr>
          <a:xfrm>
            <a:off x="5932668" y="11665442"/>
            <a:ext cx="11866880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(Address) 1 - n (User) &amp; (User) 1 - n (Address) </a:t>
            </a:r>
          </a:p>
        </p:txBody>
      </p:sp>
    </p:spTree>
    <p:extLst>
      <p:ext uri="{BB962C8B-B14F-4D97-AF65-F5344CB8AC3E}">
        <p14:creationId xmlns:p14="http://schemas.microsoft.com/office/powerpoint/2010/main" val="3518876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6796998" cy="54372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3 types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sz="4000" dirty="0"/>
              <a:t> @</a:t>
            </a:r>
            <a:r>
              <a:rPr lang="en-ID" sz="4000" dirty="0" err="1"/>
              <a:t>OneToOne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@</a:t>
            </a:r>
            <a:r>
              <a:rPr lang="en-US" sz="4000" dirty="0" err="1"/>
              <a:t>OneToMany</a:t>
            </a:r>
            <a:endParaRPr lang="en-US" sz="4000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@</a:t>
            </a:r>
            <a:r>
              <a:rPr lang="en-US" sz="4000" dirty="0" err="1"/>
              <a:t>ManyToMany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560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4872948" cy="22940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@</a:t>
            </a:r>
            <a:r>
              <a:rPr lang="en-ID" sz="4000" dirty="0" err="1"/>
              <a:t>OneToOne</a:t>
            </a:r>
            <a:endParaRPr lang="en-ID" sz="40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Example 1: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59" y="4838700"/>
            <a:ext cx="19127095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8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63" y="2250937"/>
            <a:ext cx="12716087" cy="82511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4897" y="2250938"/>
            <a:ext cx="10387821" cy="7235962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1176149" y="10711867"/>
            <a:ext cx="1949301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465370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8015099" y="11950117"/>
            <a:ext cx="1949301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Select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16F62-31D5-23FA-D5A0-D968F2D4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70" y="2054868"/>
            <a:ext cx="11020425" cy="828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71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0376049" y="10178467"/>
            <a:ext cx="1949301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Create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120" y="3339912"/>
            <a:ext cx="6017101" cy="65279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4644837"/>
            <a:ext cx="5978538" cy="391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7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3691848" cy="1017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Summary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0652E-62B5-1AF8-989C-10545312C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815" y="3504958"/>
            <a:ext cx="10868025" cy="788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7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4568148" cy="11510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Example 2: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3810000"/>
            <a:ext cx="22039231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4210049"/>
            <a:ext cx="11507148" cy="48006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2990849"/>
            <a:ext cx="11839575" cy="723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02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4568148" cy="11510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Fix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036" y="3081252"/>
            <a:ext cx="10651052" cy="15478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600" y="4898941"/>
            <a:ext cx="13115925" cy="1714500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0179124" y="6662703"/>
            <a:ext cx="4787751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Edit </a:t>
            </a:r>
            <a:r>
              <a:rPr lang="en-US" i="1" dirty="0" err="1"/>
              <a:t>toString</a:t>
            </a:r>
            <a:r>
              <a:rPr lang="en-US" i="1" dirty="0"/>
              <a:t>()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62" y="7560958"/>
            <a:ext cx="15520107" cy="49739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6088" y="7511696"/>
            <a:ext cx="5351516" cy="445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3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3691848" cy="10176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ID" sz="4000" dirty="0"/>
              <a:t> Summary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0C086-BE31-5C04-EF74-7B55994D5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719" y="2607980"/>
            <a:ext cx="9382125" cy="896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2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5006298" cy="10748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</a:t>
            </a:r>
            <a:r>
              <a:rPr lang="en-US" sz="4000" dirty="0" err="1"/>
              <a:t>OneToMany</a:t>
            </a:r>
            <a:endParaRPr lang="en-US" sz="4000" dirty="0"/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9315072" y="11715750"/>
            <a:ext cx="5260606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(Address) n - 1 (User)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409950"/>
            <a:ext cx="23090650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97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2590800"/>
            <a:ext cx="21800148" cy="8039100"/>
          </a:xfrm>
          <a:prstGeom prst="rect">
            <a:avLst/>
          </a:prstGeom>
        </p:spPr>
      </p:pic>
      <p:sp>
        <p:nvSpPr>
          <p:cNvPr id="10" name="Text Placeholder 1"/>
          <p:cNvSpPr txBox="1">
            <a:spLocks/>
          </p:cNvSpPr>
          <p:nvPr/>
        </p:nvSpPr>
        <p:spPr>
          <a:xfrm>
            <a:off x="11214210" y="10629900"/>
            <a:ext cx="1772028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1904194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3" y="3905250"/>
            <a:ext cx="17065228" cy="66042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0747" y="5065024"/>
            <a:ext cx="4887803" cy="428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82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7730070" cy="64659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@</a:t>
            </a:r>
            <a:r>
              <a:rPr lang="en-US" sz="4000" dirty="0" err="1"/>
              <a:t>ManyToMany</a:t>
            </a:r>
            <a:endParaRPr lang="en-US" sz="4000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3 Types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Basic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Using a Composite Key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4000" dirty="0"/>
              <a:t> New Entity</a:t>
            </a:r>
          </a:p>
        </p:txBody>
      </p:sp>
    </p:spTree>
    <p:extLst>
      <p:ext uri="{BB962C8B-B14F-4D97-AF65-F5344CB8AC3E}">
        <p14:creationId xmlns:p14="http://schemas.microsoft.com/office/powerpoint/2010/main" val="495958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3063198" cy="9986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 Basic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600" y="3333750"/>
            <a:ext cx="18516681" cy="920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70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2590800"/>
            <a:ext cx="21336574" cy="7658100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1252310" y="10287000"/>
            <a:ext cx="1772028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2380369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3" y="3682769"/>
            <a:ext cx="15407877" cy="59628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241" y="4314772"/>
            <a:ext cx="4710927" cy="420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06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7177998" cy="12462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Using a Composite Key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06" y="3193896"/>
            <a:ext cx="17090328" cy="8788776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8813413" y="8386689"/>
            <a:ext cx="4044840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Composite key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7801" y="5405634"/>
            <a:ext cx="6610350" cy="30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83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1158172" y="10240601"/>
            <a:ext cx="1772028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Entity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557" y="2789946"/>
            <a:ext cx="24175487" cy="745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93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3796261"/>
            <a:ext cx="15114824" cy="64761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624" y="4085546"/>
            <a:ext cx="5879910" cy="5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03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2" y="2335126"/>
            <a:ext cx="3881943" cy="124465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sz="4000" dirty="0"/>
              <a:t> New 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632" y="2791006"/>
            <a:ext cx="7357891" cy="977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94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1158172" y="10240601"/>
            <a:ext cx="1772028" cy="84899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0" indent="0" hangingPunct="1">
              <a:buNone/>
            </a:pPr>
            <a:r>
              <a:rPr lang="en-US" i="1" dirty="0"/>
              <a:t>Entity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0" y="3325672"/>
            <a:ext cx="23856256" cy="671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86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Foreign key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3796261"/>
            <a:ext cx="15114824" cy="64761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3624" y="4085546"/>
            <a:ext cx="5879910" cy="52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86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Summary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85000" y="2335126"/>
            <a:ext cx="8949650" cy="70755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sz="4000" dirty="0"/>
              <a:t> </a:t>
            </a:r>
            <a:r>
              <a:rPr lang="en-US" sz="4000" dirty="0"/>
              <a:t>@</a:t>
            </a:r>
            <a:r>
              <a:rPr lang="en-US" sz="4000" dirty="0" err="1"/>
              <a:t>OneToOne</a:t>
            </a:r>
            <a:endParaRPr lang="en-US" sz="40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sz="4000" dirty="0"/>
              <a:t> @</a:t>
            </a:r>
            <a:r>
              <a:rPr lang="en-US" sz="4000" dirty="0" err="1"/>
              <a:t>OneToMany</a:t>
            </a:r>
            <a:endParaRPr lang="en-US" sz="40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sz="4000" dirty="0"/>
              <a:t> @</a:t>
            </a:r>
            <a:r>
              <a:rPr lang="en-US" sz="4000" dirty="0" err="1"/>
              <a:t>ManyToMany</a:t>
            </a:r>
            <a:endParaRPr lang="en-US" sz="40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sz="4000" dirty="0"/>
              <a:t> @</a:t>
            </a:r>
            <a:r>
              <a:rPr lang="en-US" sz="4000" dirty="0" err="1"/>
              <a:t>JoinColumn</a:t>
            </a:r>
            <a:r>
              <a:rPr lang="en-US" sz="4000" dirty="0"/>
              <a:t> </a:t>
            </a:r>
            <a:r>
              <a:rPr lang="en-US" sz="4000"/>
              <a:t>&amp; mappedBy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14993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26092</TotalTime>
  <Words>239</Words>
  <Application>Microsoft Office PowerPoint</Application>
  <PresentationFormat>Custom</PresentationFormat>
  <Paragraphs>83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3524</cp:revision>
  <cp:lastPrinted>2019-09-17T11:00:25Z</cp:lastPrinted>
  <dcterms:modified xsi:type="dcterms:W3CDTF">2024-03-05T02:26:59Z</dcterms:modified>
  <cp:category/>
</cp:coreProperties>
</file>