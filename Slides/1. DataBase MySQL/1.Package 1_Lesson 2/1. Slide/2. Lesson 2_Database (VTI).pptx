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507" r:id="rId2"/>
    <p:sldId id="508" r:id="rId3"/>
    <p:sldId id="419" r:id="rId4"/>
    <p:sldId id="420" r:id="rId5"/>
    <p:sldId id="496" r:id="rId6"/>
    <p:sldId id="479" r:id="rId7"/>
    <p:sldId id="480" r:id="rId8"/>
    <p:sldId id="481" r:id="rId9"/>
    <p:sldId id="482" r:id="rId10"/>
    <p:sldId id="497" r:id="rId11"/>
    <p:sldId id="498" r:id="rId12"/>
    <p:sldId id="499" r:id="rId13"/>
    <p:sldId id="502" r:id="rId14"/>
    <p:sldId id="503" r:id="rId15"/>
    <p:sldId id="504" r:id="rId16"/>
    <p:sldId id="505" r:id="rId17"/>
    <p:sldId id="506" r:id="rId18"/>
    <p:sldId id="500" r:id="rId19"/>
    <p:sldId id="483" r:id="rId20"/>
    <p:sldId id="421" r:id="rId21"/>
    <p:sldId id="501" r:id="rId22"/>
    <p:sldId id="342" r:id="rId23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82" autoAdjust="0"/>
    <p:restoredTop sz="68750" autoAdjust="0"/>
  </p:normalViewPr>
  <p:slideViewPr>
    <p:cSldViewPr snapToGrid="0" snapToObjects="1">
      <p:cViewPr varScale="1">
        <p:scale>
          <a:sx n="40" d="100"/>
          <a:sy n="40" d="100"/>
        </p:scale>
        <p:origin x="403" y="58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745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22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12/14/2023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qlstyle.guide/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-357940" y="647977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Pakage 1: Database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-357940" y="647977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Lesson 2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44352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Datatype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Constraints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Datatype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704976" y="2735176"/>
            <a:ext cx="16481424" cy="638342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Number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String (characters)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Date &amp; Time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ENUM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9055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Memory Size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269" y="2995904"/>
            <a:ext cx="15236904" cy="763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46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Number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673" y="1903333"/>
            <a:ext cx="22056935" cy="96546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4460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Number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1704976" y="2735176"/>
            <a:ext cx="16481424" cy="638342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Float (4 bytes)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Double (8 bytes)</a:t>
            </a:r>
          </a:p>
        </p:txBody>
      </p:sp>
    </p:spTree>
    <p:extLst>
      <p:ext uri="{BB962C8B-B14F-4D97-AF65-F5344CB8AC3E}">
        <p14:creationId xmlns:p14="http://schemas.microsoft.com/office/powerpoint/2010/main" val="3137554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String (characters)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38" y="2905792"/>
            <a:ext cx="23086303" cy="693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8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Date &amp; Time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704976" y="2735176"/>
            <a:ext cx="16481424" cy="638342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Date: </a:t>
            </a:r>
            <a:r>
              <a:rPr lang="en-US" dirty="0" err="1"/>
              <a:t>yyyy</a:t>
            </a:r>
            <a:r>
              <a:rPr lang="en-US" dirty="0"/>
              <a:t>-mm-</a:t>
            </a:r>
            <a:r>
              <a:rPr lang="en-US" dirty="0" err="1"/>
              <a:t>dd</a:t>
            </a:r>
            <a:endParaRPr lang="en-US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Time : </a:t>
            </a:r>
            <a:r>
              <a:rPr lang="en-US" dirty="0" err="1"/>
              <a:t>hh:mm:ss</a:t>
            </a:r>
            <a:endParaRPr lang="en-US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Datetime</a:t>
            </a:r>
            <a:r>
              <a:rPr lang="en-US" dirty="0"/>
              <a:t>: </a:t>
            </a:r>
            <a:r>
              <a:rPr lang="en-US" dirty="0" err="1"/>
              <a:t>yyyy</a:t>
            </a:r>
            <a:r>
              <a:rPr lang="en-US" dirty="0"/>
              <a:t>-mm-</a:t>
            </a:r>
            <a:r>
              <a:rPr lang="en-US" dirty="0" err="1"/>
              <a:t>dd</a:t>
            </a:r>
            <a:r>
              <a:rPr lang="en-US" dirty="0"/>
              <a:t> </a:t>
            </a:r>
            <a:r>
              <a:rPr lang="en-US" dirty="0" err="1"/>
              <a:t>hh:mm:ss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590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704976" y="2735176"/>
            <a:ext cx="16481424" cy="638342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Ex:	ENUM ('Male', 'Female')</a:t>
            </a:r>
          </a:p>
        </p:txBody>
      </p:sp>
    </p:spTree>
    <p:extLst>
      <p:ext uri="{BB962C8B-B14F-4D97-AF65-F5344CB8AC3E}">
        <p14:creationId xmlns:p14="http://schemas.microsoft.com/office/powerpoint/2010/main" val="2154495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Create Database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704976" y="2735176"/>
            <a:ext cx="16481424" cy="638342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>
              <a:buFont typeface="Wingdings" panose="05000000000000000000" pitchFamily="2" charset="2"/>
              <a:buChar char="Ø"/>
            </a:pPr>
            <a:r>
              <a:rPr lang="en-US" dirty="0"/>
              <a:t> DROP DATABASE [IF EXISTS] </a:t>
            </a:r>
            <a:r>
              <a:rPr lang="en-US" dirty="0" err="1"/>
              <a:t>database_name</a:t>
            </a:r>
            <a:r>
              <a:rPr lang="en-US" dirty="0"/>
              <a:t>;</a:t>
            </a:r>
          </a:p>
          <a:p>
            <a:pPr marL="428625" indent="-428625">
              <a:buFont typeface="Wingdings" panose="05000000000000000000" pitchFamily="2" charset="2"/>
              <a:buChar char="Ø"/>
            </a:pPr>
            <a:r>
              <a:rPr lang="en-US" dirty="0"/>
              <a:t> CREATE DATABASE [IF NOT EXISTS] </a:t>
            </a:r>
            <a:r>
              <a:rPr lang="en-US" dirty="0" err="1"/>
              <a:t>database_name</a:t>
            </a:r>
            <a:r>
              <a:rPr lang="en-US" dirty="0"/>
              <a:t>;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22984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Create Table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704976" y="2735176"/>
            <a:ext cx="16481424" cy="638342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>
              <a:buNone/>
            </a:pPr>
            <a:r>
              <a:rPr lang="en-US" dirty="0"/>
              <a:t>DROP TABLE IF EXISTS </a:t>
            </a:r>
            <a:r>
              <a:rPr lang="en-US" dirty="0" err="1"/>
              <a:t>table_name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table_name</a:t>
            </a:r>
            <a:r>
              <a:rPr lang="en-US" dirty="0"/>
              <a:t> (</a:t>
            </a:r>
          </a:p>
          <a:p>
            <a:pPr marL="0" indent="0">
              <a:buNone/>
            </a:pPr>
            <a:r>
              <a:rPr lang="en-US" dirty="0"/>
              <a:t>	name_column_1  datatype  constraints,</a:t>
            </a:r>
          </a:p>
          <a:p>
            <a:pPr marL="0" indent="0">
              <a:buNone/>
            </a:pPr>
            <a:r>
              <a:rPr lang="en-US" dirty="0"/>
              <a:t>	name_column_2  datatype  constraints,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46975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28494-BD34-4466-9EF2-8DF11983CC11}"/>
              </a:ext>
            </a:extLst>
          </p:cNvPr>
          <p:cNvSpPr/>
          <p:nvPr/>
        </p:nvSpPr>
        <p:spPr>
          <a:xfrm>
            <a:off x="1326431" y="498040"/>
            <a:ext cx="4249881" cy="969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hangingPunct="1">
              <a:defRPr/>
            </a:pPr>
            <a:r>
              <a:rPr lang="en-US" altLang="en-US" sz="5700" kern="1200" dirty="0">
                <a:solidFill>
                  <a:srgbClr val="4F81BD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Constraints</a:t>
            </a:r>
            <a:endParaRPr kumimoji="0" lang="en-US" sz="57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04976" y="2393004"/>
            <a:ext cx="16481424" cy="6725595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Primary Key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Foreign Key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Unique Key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Default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Not Null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Check</a:t>
            </a:r>
          </a:p>
        </p:txBody>
      </p:sp>
    </p:spTree>
    <p:extLst>
      <p:ext uri="{BB962C8B-B14F-4D97-AF65-F5344CB8AC3E}">
        <p14:creationId xmlns:p14="http://schemas.microsoft.com/office/powerpoint/2010/main" val="3948030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28494-BD34-4466-9EF2-8DF11983CC11}"/>
              </a:ext>
            </a:extLst>
          </p:cNvPr>
          <p:cNvSpPr/>
          <p:nvPr/>
        </p:nvSpPr>
        <p:spPr>
          <a:xfrm>
            <a:off x="1244678" y="498040"/>
            <a:ext cx="4413388" cy="969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hangingPunct="1">
              <a:defRPr/>
            </a:pPr>
            <a:r>
              <a:rPr lang="en-US" altLang="en-US" sz="5700" kern="1200" dirty="0">
                <a:solidFill>
                  <a:srgbClr val="4F81BD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Primary Key</a:t>
            </a:r>
            <a:endParaRPr kumimoji="0" lang="en-US" sz="57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59" y="2238374"/>
            <a:ext cx="22938047" cy="693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64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28494-BD34-4466-9EF2-8DF11983CC11}"/>
              </a:ext>
            </a:extLst>
          </p:cNvPr>
          <p:cNvSpPr/>
          <p:nvPr/>
        </p:nvSpPr>
        <p:spPr>
          <a:xfrm>
            <a:off x="1244678" y="498040"/>
            <a:ext cx="4413388" cy="969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hangingPunct="1">
              <a:defRPr/>
            </a:pPr>
            <a:r>
              <a:rPr lang="en-US" altLang="en-US" sz="5700" kern="1200" dirty="0">
                <a:solidFill>
                  <a:srgbClr val="4F81BD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Foreign Key</a:t>
            </a:r>
            <a:endParaRPr kumimoji="0" lang="en-US" sz="57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327" y="1858878"/>
            <a:ext cx="19510073" cy="1066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26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28494-BD34-4466-9EF2-8DF11983CC11}"/>
              </a:ext>
            </a:extLst>
          </p:cNvPr>
          <p:cNvSpPr/>
          <p:nvPr/>
        </p:nvSpPr>
        <p:spPr>
          <a:xfrm>
            <a:off x="1346468" y="498040"/>
            <a:ext cx="4209807" cy="969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hangingPunct="1">
              <a:defRPr/>
            </a:pPr>
            <a:r>
              <a:rPr lang="en-US" altLang="en-US" sz="5700" kern="1200" dirty="0">
                <a:solidFill>
                  <a:srgbClr val="4F81BD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Unique Key</a:t>
            </a:r>
            <a:endParaRPr kumimoji="0" lang="en-US" sz="57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371" y="2024063"/>
            <a:ext cx="16110346" cy="927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206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28494-BD34-4466-9EF2-8DF11983CC11}"/>
              </a:ext>
            </a:extLst>
          </p:cNvPr>
          <p:cNvSpPr/>
          <p:nvPr/>
        </p:nvSpPr>
        <p:spPr>
          <a:xfrm>
            <a:off x="853796" y="498040"/>
            <a:ext cx="9411551" cy="969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hangingPunct="1">
              <a:defRPr/>
            </a:pPr>
            <a:r>
              <a:rPr lang="en-US" altLang="en-US" sz="5700" kern="1200" dirty="0">
                <a:solidFill>
                  <a:srgbClr val="4F81BD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Unique Key &amp; Primary Key</a:t>
            </a:r>
            <a:endParaRPr kumimoji="0" lang="en-US" sz="57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5868650" y="3985957"/>
            <a:ext cx="8515350" cy="685800"/>
          </a:xfrm>
          <a:prstGeom prst="rect">
            <a:avLst/>
          </a:prstGeom>
        </p:spPr>
        <p:txBody>
          <a:bodyPr/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ID" dirty="0"/>
              <a:t>Unique Key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3029" y="5086662"/>
            <a:ext cx="8872353" cy="37752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434" y="5086662"/>
            <a:ext cx="9229766" cy="3865318"/>
          </a:xfrm>
          <a:prstGeom prst="rect">
            <a:avLst/>
          </a:prstGeom>
        </p:spPr>
      </p:pic>
      <p:sp>
        <p:nvSpPr>
          <p:cNvPr id="9" name="Text Placeholder 1"/>
          <p:cNvSpPr txBox="1">
            <a:spLocks/>
          </p:cNvSpPr>
          <p:nvPr/>
        </p:nvSpPr>
        <p:spPr>
          <a:xfrm>
            <a:off x="4677679" y="3961549"/>
            <a:ext cx="8515350" cy="685800"/>
          </a:xfrm>
          <a:prstGeom prst="rect">
            <a:avLst/>
          </a:prstGeom>
        </p:spPr>
        <p:txBody>
          <a:bodyPr/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>
              <a:buNone/>
            </a:pPr>
            <a:r>
              <a:rPr lang="en-ID" dirty="0"/>
              <a:t>Primary Key</a:t>
            </a:r>
          </a:p>
        </p:txBody>
      </p:sp>
    </p:spTree>
    <p:extLst>
      <p:ext uri="{BB962C8B-B14F-4D97-AF65-F5344CB8AC3E}">
        <p14:creationId xmlns:p14="http://schemas.microsoft.com/office/powerpoint/2010/main" val="2775500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0065258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SQL Statement Template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711" y="2011412"/>
            <a:ext cx="20305705" cy="991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440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Coding Convention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04976" y="2735176"/>
            <a:ext cx="16481424" cy="638342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>
              <a:buNone/>
            </a:pPr>
            <a:r>
              <a:rPr lang="en-US" dirty="0"/>
              <a:t>Reference: </a:t>
            </a:r>
            <a:r>
              <a:rPr lang="en-US" dirty="0">
                <a:hlinkClick r:id="rId2"/>
              </a:rPr>
              <a:t>https://www.sqlstyle.guide/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888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886" y="1903998"/>
            <a:ext cx="12023170" cy="901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64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2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04976" y="2735176"/>
            <a:ext cx="16481424" cy="638342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>
              <a:buNone/>
            </a:pPr>
            <a:r>
              <a:rPr lang="en-US" dirty="0"/>
              <a:t>Assignment for Testing System</a:t>
            </a:r>
          </a:p>
        </p:txBody>
      </p:sp>
    </p:spTree>
    <p:extLst>
      <p:ext uri="{BB962C8B-B14F-4D97-AF65-F5344CB8AC3E}">
        <p14:creationId xmlns:p14="http://schemas.microsoft.com/office/powerpoint/2010/main" val="3358299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21114</TotalTime>
  <Words>219</Words>
  <Application>Microsoft Office PowerPoint</Application>
  <PresentationFormat>Custom</PresentationFormat>
  <Paragraphs>57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Meiryo</vt:lpstr>
      <vt:lpstr> Arial (Headings)</vt:lpstr>
      <vt:lpstr>Arial</vt:lpstr>
      <vt:lpstr>Arial (Body)</vt:lpstr>
      <vt:lpstr>Calibri</vt:lpstr>
      <vt:lpstr>Helvetica Neue</vt:lpstr>
      <vt:lpstr>Helvetica Neue Light</vt:lpstr>
      <vt:lpstr>Helvetica Neue Medium</vt:lpstr>
      <vt:lpstr>Wingdings</vt:lpstr>
      <vt:lpstr>White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1453</cp:revision>
  <cp:lastPrinted>2019-09-17T11:00:25Z</cp:lastPrinted>
  <dcterms:modified xsi:type="dcterms:W3CDTF">2023-12-14T02:06:27Z</dcterms:modified>
  <cp:category/>
</cp:coreProperties>
</file>