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522" r:id="rId2"/>
    <p:sldId id="523" r:id="rId3"/>
    <p:sldId id="419" r:id="rId4"/>
    <p:sldId id="420" r:id="rId5"/>
    <p:sldId id="507" r:id="rId6"/>
    <p:sldId id="506" r:id="rId7"/>
    <p:sldId id="518" r:id="rId8"/>
    <p:sldId id="519" r:id="rId9"/>
    <p:sldId id="521" r:id="rId10"/>
    <p:sldId id="520" r:id="rId11"/>
    <p:sldId id="508" r:id="rId12"/>
    <p:sldId id="502" r:id="rId13"/>
    <p:sldId id="505" r:id="rId14"/>
    <p:sldId id="509" r:id="rId15"/>
    <p:sldId id="510" r:id="rId16"/>
    <p:sldId id="496" r:id="rId17"/>
    <p:sldId id="511" r:id="rId18"/>
    <p:sldId id="512" r:id="rId19"/>
    <p:sldId id="503" r:id="rId20"/>
    <p:sldId id="421" r:id="rId21"/>
    <p:sldId id="515" r:id="rId22"/>
    <p:sldId id="516" r:id="rId23"/>
    <p:sldId id="501" r:id="rId24"/>
    <p:sldId id="342" r:id="rId25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87958" autoAdjust="0"/>
  </p:normalViewPr>
  <p:slideViewPr>
    <p:cSldViewPr snapToGrid="0" snapToObjects="1">
      <p:cViewPr varScale="1">
        <p:scale>
          <a:sx n="21" d="100"/>
          <a:sy n="21" d="100"/>
        </p:scale>
        <p:origin x="67" y="739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DROP PROCEDURE IF EXISTS </a:t>
            </a:r>
            <a:r>
              <a:rPr lang="en-GB" dirty="0" err="1"/>
              <a:t>sp_getDepNameFromDepID;DELIMITER</a:t>
            </a:r>
            <a:r>
              <a:rPr lang="en-GB" dirty="0"/>
              <a:t> $$CREATE PROCEDURE </a:t>
            </a:r>
            <a:r>
              <a:rPr lang="en-GB" dirty="0" err="1"/>
              <a:t>sp_getDepNameFromDepID</a:t>
            </a:r>
            <a:r>
              <a:rPr lang="en-GB" dirty="0"/>
              <a:t>(IN </a:t>
            </a:r>
            <a:r>
              <a:rPr lang="en-GB" dirty="0" err="1"/>
              <a:t>dep_id</a:t>
            </a:r>
            <a:r>
              <a:rPr lang="en-GB" dirty="0"/>
              <a:t> TINYINT, OUT </a:t>
            </a:r>
            <a:r>
              <a:rPr lang="en-GB" dirty="0" err="1"/>
              <a:t>dep_name</a:t>
            </a:r>
            <a:r>
              <a:rPr lang="en-GB" dirty="0"/>
              <a:t> VARCHAR(50))BEGIN	SELECT </a:t>
            </a:r>
            <a:r>
              <a:rPr lang="en-GB" dirty="0" err="1"/>
              <a:t>d.DepartmentName</a:t>
            </a:r>
            <a:r>
              <a:rPr lang="en-GB" dirty="0"/>
              <a:t> INTO </a:t>
            </a:r>
            <a:r>
              <a:rPr lang="en-GB" dirty="0" err="1"/>
              <a:t>dep_name</a:t>
            </a:r>
            <a:r>
              <a:rPr lang="en-GB" dirty="0"/>
              <a:t> FROM department d WHERE </a:t>
            </a:r>
            <a:r>
              <a:rPr lang="en-GB" dirty="0" err="1"/>
              <a:t>d.DepartmentID</a:t>
            </a:r>
            <a:r>
              <a:rPr lang="en-GB" dirty="0"/>
              <a:t> = </a:t>
            </a:r>
            <a:r>
              <a:rPr lang="en-GB" dirty="0" err="1"/>
              <a:t>dep_id;END</a:t>
            </a:r>
            <a:r>
              <a:rPr lang="en-GB" dirty="0"/>
              <a:t>$$DELIMITER ;SET @dep_Name ='';Call </a:t>
            </a:r>
            <a:r>
              <a:rPr lang="en-GB" dirty="0" err="1"/>
              <a:t>sp_getDepNameFromDepID</a:t>
            </a:r>
            <a:r>
              <a:rPr lang="en-GB" dirty="0"/>
              <a:t>(1,@dep_Name);SELECT @dep_Name;</a:t>
            </a:r>
          </a:p>
        </p:txBody>
      </p:sp>
    </p:spTree>
    <p:extLst>
      <p:ext uri="{BB962C8B-B14F-4D97-AF65-F5344CB8AC3E}">
        <p14:creationId xmlns:p14="http://schemas.microsoft.com/office/powerpoint/2010/main" val="3808397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259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72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24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func_mysql_date_add.asp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Pakage 1: Database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Lesson 6</a:t>
            </a:r>
          </a:p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435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Stored Procedure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Function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Optional JOIN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41857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STORED PROCEDURE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Create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Call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Drop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84" y="3077464"/>
            <a:ext cx="19529776" cy="25013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095" y="7333544"/>
            <a:ext cx="4765930" cy="5719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284" y="10302882"/>
            <a:ext cx="8093830" cy="52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Syntax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829688" y="22208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DELIMITER $$ Meaning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Parameter IN, OUT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The difference between Parameter and Variable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24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1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622" y="2068426"/>
            <a:ext cx="16204020" cy="8904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356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199" y="2057399"/>
            <a:ext cx="20147085" cy="846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16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3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390" y="2068426"/>
            <a:ext cx="21471320" cy="80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4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4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793" y="1731630"/>
            <a:ext cx="20705470" cy="61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5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37" y="1852723"/>
            <a:ext cx="16532188" cy="97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71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7576948" cy="55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Assign value for parameter OUT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242" y="2068426"/>
            <a:ext cx="17375717" cy="8276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4858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  <a:ea typeface="ＭＳ Ｐゴシック" charset="0"/>
                <a:cs typeface="League Gothic" charset="0"/>
                <a:sym typeface="League Gothic" charset="0"/>
              </a:rPr>
              <a:t>Function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User-defined function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Built-in functions</a:t>
            </a:r>
          </a:p>
        </p:txBody>
      </p:sp>
    </p:spTree>
    <p:extLst>
      <p:ext uri="{BB962C8B-B14F-4D97-AF65-F5344CB8AC3E}">
        <p14:creationId xmlns:p14="http://schemas.microsoft.com/office/powerpoint/2010/main" val="1758696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User-defined function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Create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Call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Drop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383" y="3096916"/>
            <a:ext cx="13705157" cy="29969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382" y="7122313"/>
            <a:ext cx="7507339" cy="5118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381" y="8599986"/>
            <a:ext cx="7021133" cy="48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75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06" y="2368546"/>
            <a:ext cx="18579922" cy="100873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68506" y="1536072"/>
            <a:ext cx="100543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SET GLOBAL </a:t>
            </a:r>
            <a:r>
              <a:rPr lang="en-US" dirty="0" err="1"/>
              <a:t>log_bin_trust_function_creators</a:t>
            </a:r>
            <a:r>
              <a:rPr lang="en-US" dirty="0"/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2014130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616688" y="571498"/>
            <a:ext cx="1839432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The 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Comparasion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function and Stored Procedure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99" y="2480890"/>
            <a:ext cx="16593141" cy="764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1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Built-in functions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44454" y="2256143"/>
            <a:ext cx="19503434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Aggregate functions</a:t>
            </a:r>
          </a:p>
          <a:p>
            <a:pPr algn="l"/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Date time functions</a:t>
            </a:r>
          </a:p>
          <a:p>
            <a:pPr algn="l"/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Other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en-US" sz="4400" b="0" dirty="0"/>
              <a:t> Round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en-US" sz="4400" b="0" dirty="0"/>
              <a:t> String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en-US" sz="4400" b="0" dirty="0"/>
              <a:t> IFNULL() &amp; COALESCE()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</p:txBody>
      </p:sp>
    </p:spTree>
    <p:extLst>
      <p:ext uri="{BB962C8B-B14F-4D97-AF65-F5344CB8AC3E}">
        <p14:creationId xmlns:p14="http://schemas.microsoft.com/office/powerpoint/2010/main" val="4187646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Aggregate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7696" y="1839133"/>
            <a:ext cx="16119942" cy="10756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COUNT()</a:t>
            </a:r>
            <a:endParaRPr lang="en-US" sz="33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algn="l" defTabSz="914400" hangingPunct="1"/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   The difference of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COUNT(column_name)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,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*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)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,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COUNT(1), COUNT(0)</a:t>
            </a: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algn="l" defTabSz="914400" hangingPunct="1"/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COUNT(column_name)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 all values which is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# nul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l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COUNT(*) 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 all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row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s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of query which is satisfied condition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COUNT(1)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là 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 all value, which is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1 (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similar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COUNT(*))</a:t>
            </a: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I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n addition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, we can count </a:t>
            </a:r>
            <a:r>
              <a:rPr lang="en-US" sz="3300" b="0" kern="1200" dirty="0" err="1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distanct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value (Using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COUNT(DISTINCT column_name)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)</a:t>
            </a: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SUM()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MIN()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MAX()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AVG()</a:t>
            </a:r>
            <a:endParaRPr lang="en-US" sz="33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Note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: </a:t>
            </a: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457200" lvl="1" indent="0" algn="l" defTabSz="914400" hangingPunct="1"/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Aggregate functions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apply for value # null</a:t>
            </a: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117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DateTime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0" y="1840922"/>
            <a:ext cx="10183628" cy="959852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549166" y="11795768"/>
            <a:ext cx="116092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hlinkClick r:id="rId3"/>
              </a:rPr>
              <a:t>https://www.w3schools.com/sql/func_mysql_date_add.asp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88177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Optional JOIN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36431" y="2285700"/>
            <a:ext cx="16119942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44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ON DELETE</a:t>
            </a:r>
            <a:endParaRPr lang="en-US" sz="44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vi-VN" sz="44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vi-VN" sz="44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ON UPDATE</a:t>
            </a:r>
            <a:endParaRPr lang="en-US" sz="44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44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Mode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44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CASCADE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44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44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NO ACTION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44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44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SET NULL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44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44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SET DEFAULT</a:t>
            </a:r>
          </a:p>
        </p:txBody>
      </p:sp>
    </p:spTree>
    <p:extLst>
      <p:ext uri="{BB962C8B-B14F-4D97-AF65-F5344CB8AC3E}">
        <p14:creationId xmlns:p14="http://schemas.microsoft.com/office/powerpoint/2010/main" val="349537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5" y="1483842"/>
            <a:ext cx="9848742" cy="107298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789" y="2053634"/>
            <a:ext cx="13639785" cy="83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4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5" y="1483842"/>
            <a:ext cx="9848742" cy="107298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789" y="2053634"/>
            <a:ext cx="13639785" cy="83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07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853" y="2341852"/>
            <a:ext cx="16674082" cy="637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45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2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Assignments for Testing System</a:t>
            </a:r>
          </a:p>
        </p:txBody>
      </p:sp>
    </p:spTree>
    <p:extLst>
      <p:ext uri="{BB962C8B-B14F-4D97-AF65-F5344CB8AC3E}">
        <p14:creationId xmlns:p14="http://schemas.microsoft.com/office/powerpoint/2010/main" val="3358299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20838</TotalTime>
  <Words>387</Words>
  <Application>Microsoft Office PowerPoint</Application>
  <PresentationFormat>Custom</PresentationFormat>
  <Paragraphs>92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Meiryo</vt:lpstr>
      <vt:lpstr> Arial (Headings)</vt:lpstr>
      <vt:lpstr>Arial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Open Sans Light</vt:lpstr>
      <vt:lpstr>Wingdings</vt:lpstr>
      <vt:lpstr>White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1545</cp:revision>
  <cp:lastPrinted>2019-09-17T11:00:25Z</cp:lastPrinted>
  <dcterms:modified xsi:type="dcterms:W3CDTF">2023-12-14T02:08:45Z</dcterms:modified>
  <cp:category/>
</cp:coreProperties>
</file>