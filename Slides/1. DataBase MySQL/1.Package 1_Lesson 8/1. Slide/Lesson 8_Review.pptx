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503" r:id="rId3"/>
    <p:sldId id="419" r:id="rId4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68750" autoAdjust="0"/>
  </p:normalViewPr>
  <p:slideViewPr>
    <p:cSldViewPr snapToGrid="0" snapToObjects="1">
      <p:cViewPr>
        <p:scale>
          <a:sx n="33" d="100"/>
          <a:sy n="33" d="100"/>
        </p:scale>
        <p:origin x="979" y="47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12/18/2023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745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12/18/2023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alphaModFix amt="3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6" r:id="rId3"/>
    <p:sldLayoutId id="2147483657" r:id="rId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Pakage 1: Database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-357940" y="6479775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Lesson 8: Review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F2001B0A-062A-4A6F-BBE4-0E31E8A7C59F}"/>
              </a:ext>
            </a:extLst>
          </p:cNvPr>
          <p:cNvSpPr txBox="1">
            <a:spLocks/>
          </p:cNvSpPr>
          <p:nvPr/>
        </p:nvSpPr>
        <p:spPr bwMode="auto"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endParaRPr lang="en-US" sz="5000" dirty="0">
              <a:solidFill>
                <a:schemeClr val="accent1">
                  <a:lumMod val="75000"/>
                </a:schemeClr>
              </a:solidFill>
              <a:latin typeface=" Arial (Headings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4435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Review course knowledge </a:t>
            </a:r>
          </a:p>
          <a:p>
            <a:pPr lvl="0"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Do practice exercises and multiple choice questions.</a:t>
            </a:r>
          </a:p>
          <a:p>
            <a:pPr lvl="0"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Interview professional knowledge MySQL.</a:t>
            </a:r>
          </a:p>
          <a:p>
            <a:pPr lvl="0" defTabSz="914400">
              <a:defRPr/>
            </a:pPr>
            <a:endParaRPr lang="en-US" altLang="en-US" sz="6600" b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20475</TotalTime>
  <Words>41</Words>
  <Application>Microsoft Office PowerPoint</Application>
  <PresentationFormat>Custom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Meiryo</vt:lpstr>
      <vt:lpstr> Arial (Headings)</vt:lpstr>
      <vt:lpstr>Arial</vt:lpstr>
      <vt:lpstr>Arial (Body)</vt:lpstr>
      <vt:lpstr>Calibri</vt:lpstr>
      <vt:lpstr>Helvetica Neue</vt:lpstr>
      <vt:lpstr>Helvetica Neue Light</vt:lpstr>
      <vt:lpstr>Helvetica Neue Medium</vt:lpstr>
      <vt:lpstr>Wingdings</vt:lpstr>
      <vt:lpstr>White</vt:lpstr>
      <vt:lpstr>PowerPoint Presentation</vt:lpstr>
      <vt:lpstr>PowerPoint Presentation</vt:lpstr>
      <vt:lpstr>Agenda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1471</cp:revision>
  <cp:lastPrinted>2019-09-17T11:00:25Z</cp:lastPrinted>
  <dcterms:modified xsi:type="dcterms:W3CDTF">2023-12-18T03:09:24Z</dcterms:modified>
  <cp:category/>
</cp:coreProperties>
</file>