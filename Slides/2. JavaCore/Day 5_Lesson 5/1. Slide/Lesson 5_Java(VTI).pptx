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19" r:id="rId3"/>
    <p:sldId id="515" r:id="rId4"/>
    <p:sldId id="559" r:id="rId5"/>
    <p:sldId id="562" r:id="rId6"/>
    <p:sldId id="557" r:id="rId7"/>
    <p:sldId id="522" r:id="rId8"/>
    <p:sldId id="563" r:id="rId9"/>
    <p:sldId id="566" r:id="rId10"/>
    <p:sldId id="567" r:id="rId11"/>
    <p:sldId id="568" r:id="rId12"/>
    <p:sldId id="564" r:id="rId13"/>
    <p:sldId id="569" r:id="rId14"/>
    <p:sldId id="539" r:id="rId15"/>
    <p:sldId id="342" r:id="rId16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68" autoAdjust="0"/>
    <p:restoredTop sz="93979" autoAdjust="0"/>
  </p:normalViewPr>
  <p:slideViewPr>
    <p:cSldViewPr snapToGrid="0" snapToObjects="1">
      <p:cViewPr varScale="1">
        <p:scale>
          <a:sx n="34" d="100"/>
          <a:sy n="34" d="100"/>
        </p:scale>
        <p:origin x="69" y="72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699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15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948815" y="5893994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OOP</a:t>
            </a:r>
          </a:p>
          <a:p>
            <a:pPr lvl="0"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Abstraction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857376" y="2335127"/>
            <a:ext cx="16481424" cy="250924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/>
              <a:t>Abstract class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Interface</a:t>
            </a:r>
            <a:endParaRPr lang="en-ID" dirty="0"/>
          </a:p>
          <a:p>
            <a:pPr lvl="1" hangingPunct="1">
              <a:buFont typeface="Courier New" panose="02070309020205020404" pitchFamily="49" charset="0"/>
              <a:buChar char="o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3428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Interface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7"/>
            <a:ext cx="16481424" cy="250924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/>
              <a:t>Is not object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Method of interface is </a:t>
            </a:r>
            <a:r>
              <a:rPr lang="en-US" b="1" dirty="0"/>
              <a:t>public abstract method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17504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456" y="3857914"/>
            <a:ext cx="6524713" cy="35991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1165" y="1902467"/>
            <a:ext cx="10642060" cy="969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75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1971101" cy="809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Abstract and interface</a:t>
            </a:r>
          </a:p>
        </p:txBody>
      </p:sp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631" y="2441220"/>
            <a:ext cx="7545420" cy="12747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1857376" y="4066650"/>
            <a:ext cx="16481424" cy="1692124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/>
              <a:t>Variable in interface is constant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Method in interface is public abstract</a:t>
            </a:r>
            <a:endParaRPr lang="en-ID" dirty="0"/>
          </a:p>
          <a:p>
            <a:pPr lvl="1" hangingPunct="1">
              <a:buFont typeface="Courier New" panose="02070309020205020404" pitchFamily="49" charset="0"/>
              <a:buChar char="o"/>
            </a:pPr>
            <a:endParaRPr lang="en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956" y="6109459"/>
            <a:ext cx="19798251" cy="624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64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Polymorphism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701734" y="2529678"/>
            <a:ext cx="16481424" cy="653480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Object Management (</a:t>
            </a:r>
            <a:r>
              <a:rPr lang="en-US" dirty="0"/>
              <a:t>Manage Parent, Not manage child)</a:t>
            </a:r>
            <a:endParaRPr lang="en-ID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Keyword </a:t>
            </a:r>
            <a:r>
              <a:rPr lang="en-ID" dirty="0" err="1"/>
              <a:t>instanceof</a:t>
            </a:r>
            <a:r>
              <a:rPr lang="en-ID" dirty="0"/>
              <a:t>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Override </a:t>
            </a:r>
            <a:r>
              <a:rPr lang="en-ID" dirty="0" err="1"/>
              <a:t>và</a:t>
            </a:r>
            <a:r>
              <a:rPr lang="en-ID" dirty="0"/>
              <a:t> Overload</a:t>
            </a:r>
          </a:p>
        </p:txBody>
      </p:sp>
    </p:spTree>
    <p:extLst>
      <p:ext uri="{BB962C8B-B14F-4D97-AF65-F5344CB8AC3E}">
        <p14:creationId xmlns:p14="http://schemas.microsoft.com/office/powerpoint/2010/main" val="2871327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402659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Object Management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734778"/>
            <a:ext cx="7613526" cy="296782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47" y="5347252"/>
            <a:ext cx="6717974" cy="600811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9303" y="5347252"/>
            <a:ext cx="6752314" cy="455212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33521" y="5347252"/>
            <a:ext cx="7822218" cy="397419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93391" y="2232330"/>
            <a:ext cx="3991165" cy="150915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90435" y="2259165"/>
            <a:ext cx="3947406" cy="95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31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1051195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6000" kern="1200" dirty="0">
                <a:solidFill>
                  <a:srgbClr val="4F81BD"/>
                </a:solidFill>
                <a:cs typeface="Tahoma" panose="020B0604030504040204" pitchFamily="34" charset="0"/>
              </a:rPr>
              <a:t> Object Management (Array)</a:t>
            </a:r>
            <a:endParaRPr lang="vi-VN" altLang="en-US" sz="6000" kern="1200" dirty="0">
              <a:solidFill>
                <a:srgbClr val="4F81BD"/>
              </a:solidFill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2408"/>
            <a:ext cx="10917640" cy="61002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1453" y="9252063"/>
            <a:ext cx="5889441" cy="34717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15" y="8366750"/>
            <a:ext cx="6403159" cy="18862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7830" y="1662408"/>
            <a:ext cx="10175131" cy="7589655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10917640" y="4883766"/>
            <a:ext cx="2801566" cy="2120630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89113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389107" y="571499"/>
            <a:ext cx="21206298" cy="498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4800" kern="1200" dirty="0">
                <a:solidFill>
                  <a:srgbClr val="4F81BD"/>
                </a:solidFill>
                <a:cs typeface="Tahoma" panose="020B0604030504040204" pitchFamily="34" charset="0"/>
              </a:rPr>
              <a:t> Object Management (Polymorphism- Common Property, method)</a:t>
            </a:r>
            <a:endParaRPr lang="vi-VN" altLang="en-US" sz="4800" kern="1200" dirty="0">
              <a:solidFill>
                <a:srgbClr val="4F81BD"/>
              </a:solidFill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57" y="1469676"/>
            <a:ext cx="8234256" cy="66916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57" y="8297017"/>
            <a:ext cx="5351908" cy="43203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0125" y="2729608"/>
            <a:ext cx="6220366" cy="15116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8298" y="5015436"/>
            <a:ext cx="7637107" cy="626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389107" y="571499"/>
            <a:ext cx="21206298" cy="498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en-US" sz="4800" kern="1200" dirty="0">
                <a:solidFill>
                  <a:srgbClr val="4F81BD"/>
                </a:solidFill>
                <a:cs typeface="Tahoma" panose="020B0604030504040204" pitchFamily="34" charset="0"/>
              </a:rPr>
              <a:t> Object Management (Polymorphism- Child’s Property, method)</a:t>
            </a:r>
            <a:endParaRPr lang="vi-VN" altLang="en-US" sz="4800" kern="1200" dirty="0">
              <a:solidFill>
                <a:srgbClr val="4F81BD"/>
              </a:solidFill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572" y="3299705"/>
            <a:ext cx="7411772" cy="224506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572" y="6248368"/>
            <a:ext cx="7251633" cy="266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8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Override </a:t>
            </a:r>
            <a:r>
              <a:rPr lang="en-US" altLang="en-US" sz="6000" kern="1200" dirty="0" err="1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và</a:t>
            </a: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 Overload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405" y="2746686"/>
            <a:ext cx="20391226" cy="700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56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9572625" cy="757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Overloading 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91" y="2548679"/>
            <a:ext cx="8061222" cy="79241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645" y="4726236"/>
            <a:ext cx="8021205" cy="270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48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This &amp; super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360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22834</TotalTime>
  <Words>120</Words>
  <Application>Microsoft Office PowerPoint</Application>
  <PresentationFormat>Custom</PresentationFormat>
  <Paragraphs>30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Meiryo</vt:lpstr>
      <vt:lpstr>Arial (Body)</vt:lpstr>
      <vt:lpstr>Calibri</vt:lpstr>
      <vt:lpstr>Courier New</vt:lpstr>
      <vt:lpstr>Helvetica Neue</vt:lpstr>
      <vt:lpstr>Helvetica Neue Light</vt:lpstr>
      <vt:lpstr>Helvetica Neue Medium</vt:lpstr>
      <vt:lpstr>Tahoma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2094</cp:revision>
  <cp:lastPrinted>2019-09-17T11:00:25Z</cp:lastPrinted>
  <dcterms:modified xsi:type="dcterms:W3CDTF">2024-01-15T02:35:42Z</dcterms:modified>
  <cp:category/>
</cp:coreProperties>
</file>