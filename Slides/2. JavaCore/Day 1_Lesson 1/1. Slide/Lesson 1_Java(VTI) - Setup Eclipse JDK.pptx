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419" r:id="rId3"/>
    <p:sldId id="546" r:id="rId4"/>
    <p:sldId id="547" r:id="rId5"/>
    <p:sldId id="545" r:id="rId6"/>
    <p:sldId id="342" r:id="rId7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82" autoAdjust="0"/>
    <p:restoredTop sz="68750" autoAdjust="0"/>
  </p:normalViewPr>
  <p:slideViewPr>
    <p:cSldViewPr snapToGrid="0" snapToObjects="1">
      <p:cViewPr varScale="1">
        <p:scale>
          <a:sx n="35" d="100"/>
          <a:sy n="35" d="100"/>
        </p:scale>
        <p:origin x="72" y="136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6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1/4/2024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oracle.com/java/technologies/javase/javase-jdk8-downloads.html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kyong.com/java/how-to-set-java_home-on-windows-10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lipse.org/downloads/packages/release/2020-06/r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554025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endParaRPr lang="en-US" altLang="en-US" sz="10000">
              <a:solidFill>
                <a:schemeClr val="accent1">
                  <a:lumMod val="75000"/>
                </a:schemeClr>
              </a:solidFill>
            </a:endParaRPr>
          </a:p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Java</a:t>
            </a:r>
          </a:p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Setup JDK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Setup Eclipse</a:t>
            </a: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1242635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Setup JDK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2538412" y="10671004"/>
            <a:ext cx="22018624" cy="25035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i="1" dirty="0">
                <a:hlinkClick r:id="rId2"/>
              </a:rPr>
              <a:t>https://www.oracle.com/java/technologies/javase/javase-jdk8-downloads.html</a:t>
            </a:r>
            <a:r>
              <a:rPr lang="en-US" i="1" dirty="0"/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412" y="1700964"/>
            <a:ext cx="19212825" cy="870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263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1242635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Setup JDK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00149" y="10840581"/>
            <a:ext cx="213328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This PC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Properties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Advanced system settings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Advanced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Environment Variables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system variables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path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638300"/>
            <a:ext cx="14516100" cy="885824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4552950" y="11596240"/>
            <a:ext cx="152971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hlinkClick r:id="rId3"/>
              </a:rPr>
              <a:t>https://mkyong.com/java/how-to-set-java_home-on-windows-10/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175420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Setup Eclipse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550" y="1833562"/>
            <a:ext cx="18421350" cy="9161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076700" y="11051611"/>
            <a:ext cx="181165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hlinkClick r:id="rId3"/>
              </a:rPr>
              <a:t>https://www.eclipse.org/downloads/packages/release/2020-06/r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66864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21821</TotalTime>
  <Words>99</Words>
  <Application>Microsoft Office PowerPoint</Application>
  <PresentationFormat>Custom</PresentationFormat>
  <Paragraphs>17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Meiryo</vt:lpstr>
      <vt:lpstr>Arial</vt:lpstr>
      <vt:lpstr>Arial (Body)</vt:lpstr>
      <vt:lpstr>Calibri</vt:lpstr>
      <vt:lpstr>Helvetica Neue</vt:lpstr>
      <vt:lpstr>Helvetica Neue Light</vt:lpstr>
      <vt:lpstr>Helvetica Neue Medium</vt:lpstr>
      <vt:lpstr>Times New Roman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2178</cp:revision>
  <cp:lastPrinted>2019-09-17T11:00:25Z</cp:lastPrinted>
  <dcterms:modified xsi:type="dcterms:W3CDTF">2024-01-04T01:32:29Z</dcterms:modified>
  <cp:category/>
</cp:coreProperties>
</file>