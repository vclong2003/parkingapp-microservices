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2"/>
  </p:notesMasterIdLst>
  <p:handoutMasterIdLst>
    <p:handoutMasterId r:id="rId23"/>
  </p:handoutMasterIdLst>
  <p:sldIdLst>
    <p:sldId id="256" r:id="rId2"/>
    <p:sldId id="419" r:id="rId3"/>
    <p:sldId id="420" r:id="rId4"/>
    <p:sldId id="496" r:id="rId5"/>
    <p:sldId id="497" r:id="rId6"/>
    <p:sldId id="498" r:id="rId7"/>
    <p:sldId id="500" r:id="rId8"/>
    <p:sldId id="501" r:id="rId9"/>
    <p:sldId id="509" r:id="rId10"/>
    <p:sldId id="502" r:id="rId11"/>
    <p:sldId id="503" r:id="rId12"/>
    <p:sldId id="506" r:id="rId13"/>
    <p:sldId id="504" r:id="rId14"/>
    <p:sldId id="507" r:id="rId15"/>
    <p:sldId id="508" r:id="rId16"/>
    <p:sldId id="499" r:id="rId17"/>
    <p:sldId id="512" r:id="rId18"/>
    <p:sldId id="513" r:id="rId19"/>
    <p:sldId id="514" r:id="rId20"/>
    <p:sldId id="342" r:id="rId21"/>
  </p:sldIdLst>
  <p:sldSz cx="24384000" cy="13716000"/>
  <p:notesSz cx="6797675" cy="9929813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ctr" defTabSz="821531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2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1pPr>
    <a:lvl2pPr marL="0" marR="0" indent="228600" algn="ctr" defTabSz="821531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2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2pPr>
    <a:lvl3pPr marL="0" marR="0" indent="457200" algn="ctr" defTabSz="821531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2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3pPr>
    <a:lvl4pPr marL="0" marR="0" indent="685800" algn="ctr" defTabSz="821531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2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4pPr>
    <a:lvl5pPr marL="0" marR="0" indent="914400" algn="ctr" defTabSz="821531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2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5pPr>
    <a:lvl6pPr marL="0" marR="0" indent="1143000" algn="ctr" defTabSz="821531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2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6pPr>
    <a:lvl7pPr marL="0" marR="0" indent="1371600" algn="ctr" defTabSz="821531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2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7pPr>
    <a:lvl8pPr marL="0" marR="0" indent="1600200" algn="ctr" defTabSz="821531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2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8pPr>
    <a:lvl9pPr marL="0" marR="0" indent="1828800" algn="ctr" defTabSz="821531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2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9pPr>
  </p:defaultTextStyle>
  <p:extLst>
    <p:ext uri="{EFAFB233-063F-42B5-8137-9DF3F51BA10A}">
      <p15:sldGuideLst xmlns:p15="http://schemas.microsoft.com/office/powerpoint/2012/main">
        <p15:guide id="1" orient="horz" pos="4320">
          <p15:clr>
            <a:srgbClr val="A4A3A4"/>
          </p15:clr>
        </p15:guide>
        <p15:guide id="2" pos="76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User" initials="U" lastIdx="1" clrIdx="0">
    <p:extLst>
      <p:ext uri="{19B8F6BF-5375-455C-9EA6-DF929625EA0E}">
        <p15:presenceInfo xmlns:p15="http://schemas.microsoft.com/office/powerpoint/2012/main" userId="User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00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CB040"/>
    <a:srgbClr val="F25A29"/>
    <a:srgbClr val="F35A29"/>
    <a:srgbClr val="4372C4"/>
    <a:srgbClr val="ED1C24"/>
    <a:srgbClr val="E4C622"/>
    <a:srgbClr val="B9D532"/>
    <a:srgbClr val="7BC242"/>
    <a:srgbClr val="E4C721"/>
    <a:srgbClr val="45B74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>
              <a:lumOff val="-13575"/>
            </a:schemeClr>
          </a:solidFill>
        </a:fill>
      </a:tcStyle>
    </a:firstCol>
    <a:lastRow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solidFill>
                <a:srgbClr val="3797C6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>
              <a:hueOff val="114395"/>
              <a:lumOff val="-24975"/>
            </a:schemeClr>
          </a:solidFill>
        </a:fill>
      </a:tcStyle>
    </a:firstRow>
  </a:tblStyle>
  <a:tblStyle styleId="{C7B018BB-80A7-4F77-B60F-C8B233D01FF8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B8B8B8"/>
              </a:solidFill>
              <a:prstDash val="solid"/>
              <a:miter lim="400000"/>
            </a:ln>
          </a:left>
          <a:right>
            <a:ln w="12700" cap="flat">
              <a:solidFill>
                <a:srgbClr val="B8B8B8"/>
              </a:solidFill>
              <a:prstDash val="solid"/>
              <a:miter lim="400000"/>
            </a:ln>
          </a:right>
          <a:top>
            <a:ln w="12700" cap="flat">
              <a:solidFill>
                <a:srgbClr val="B8B8B8"/>
              </a:solidFill>
              <a:prstDash val="solid"/>
              <a:miter lim="400000"/>
            </a:ln>
          </a:top>
          <a:bottom>
            <a:ln w="12700" cap="flat">
              <a:solidFill>
                <a:srgbClr val="B8B8B8"/>
              </a:solidFill>
              <a:prstDash val="solid"/>
              <a:miter lim="400000"/>
            </a:ln>
          </a:bottom>
          <a:insideH>
            <a:ln w="12700" cap="flat">
              <a:solidFill>
                <a:srgbClr val="B8B8B8"/>
              </a:solidFill>
              <a:prstDash val="solid"/>
              <a:miter lim="400000"/>
            </a:ln>
          </a:insideH>
          <a:insideV>
            <a:ln w="12700" cap="flat">
              <a:solidFill>
                <a:srgbClr val="B8B8B8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wholeTbl>
    <a:band2H>
      <a:tcTxStyle/>
      <a:tcStyle>
        <a:tcBdr/>
        <a:fill>
          <a:solidFill>
            <a:srgbClr val="E1E0DA"/>
          </a:solidFill>
        </a:fill>
      </a:tcStyle>
    </a:band2H>
    <a:firstCol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606060"/>
              </a:solidFill>
              <a:prstDash val="solid"/>
              <a:miter lim="400000"/>
            </a:ln>
          </a:left>
          <a:right>
            <a:ln w="12700" cap="flat">
              <a:solidFill>
                <a:srgbClr val="606060"/>
              </a:solidFill>
              <a:prstDash val="solid"/>
              <a:miter lim="400000"/>
            </a:ln>
          </a:right>
          <a:top>
            <a:ln w="127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606060"/>
              </a:solidFill>
              <a:prstDash val="solid"/>
              <a:miter lim="400000"/>
            </a:ln>
          </a:insideH>
          <a:insideV>
            <a:ln w="12700" cap="flat">
              <a:solidFill>
                <a:srgbClr val="606060"/>
              </a:solidFill>
              <a:prstDash val="solid"/>
              <a:miter lim="400000"/>
            </a:ln>
          </a:insideV>
        </a:tcBdr>
        <a:fill>
          <a:solidFill>
            <a:schemeClr val="accent3">
              <a:hueOff val="362282"/>
              <a:satOff val="31803"/>
              <a:lumOff val="-18242"/>
            </a:schemeClr>
          </a:solidFill>
        </a:fill>
      </a:tcStyle>
    </a:firstCol>
    <a:lastRow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606060"/>
              </a:solidFill>
              <a:prstDash val="solid"/>
              <a:miter lim="400000"/>
            </a:ln>
          </a:left>
          <a:right>
            <a:ln w="12700" cap="flat">
              <a:solidFill>
                <a:srgbClr val="606060"/>
              </a:solidFill>
              <a:prstDash val="solid"/>
              <a:miter lim="400000"/>
            </a:ln>
          </a:right>
          <a:top>
            <a:ln w="254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606060"/>
              </a:solidFill>
              <a:prstDash val="solid"/>
              <a:miter lim="400000"/>
            </a:ln>
          </a:insideH>
          <a:insideV>
            <a:ln w="12700" cap="flat">
              <a:solidFill>
                <a:srgbClr val="606060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lastRow>
    <a:firstRow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929292"/>
              </a:solidFill>
              <a:prstDash val="solid"/>
              <a:miter lim="400000"/>
            </a:ln>
          </a:left>
          <a:right>
            <a:ln w="12700" cap="flat">
              <a:solidFill>
                <a:srgbClr val="929292"/>
              </a:solidFill>
              <a:prstDash val="solid"/>
              <a:miter lim="400000"/>
            </a:ln>
          </a:right>
          <a:top>
            <a:ln w="127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929292"/>
              </a:solidFill>
              <a:prstDash val="solid"/>
              <a:miter lim="400000"/>
            </a:ln>
          </a:insideH>
          <a:insideV>
            <a:ln w="12700" cap="flat">
              <a:solidFill>
                <a:srgbClr val="929292"/>
              </a:solidFill>
              <a:prstDash val="solid"/>
              <a:miter lim="400000"/>
            </a:ln>
          </a:insideV>
        </a:tcBdr>
        <a:fill>
          <a:solidFill>
            <a:srgbClr val="017101"/>
          </a:solidFill>
        </a:fill>
      </a:tcStyle>
    </a:firstRow>
  </a:tblStyle>
  <a:tblStyle styleId="{EEE7283C-3CF3-47DC-8721-378D4A62B228}" styleName="">
    <a:tblBg/>
    <a:wholeTbl>
      <a:tcTxStyle b="off" i="off">
        <a:font>
          <a:latin typeface="Helvetica Neue Light"/>
          <a:ea typeface="Helvetica Neue Light"/>
          <a:cs typeface="Helvetica Neue Light"/>
        </a:font>
        <a:srgbClr val="000000"/>
      </a:tcTxStyle>
      <a:tcStyle>
        <a:tcBdr>
          <a:left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insideV>
        </a:tcBdr>
        <a:fill>
          <a:solidFill>
            <a:srgbClr val="FAF7E9"/>
          </a:solidFill>
        </a:fill>
      </a:tcStyle>
    </a:wholeTbl>
    <a:band2H>
      <a:tcTxStyle/>
      <a:tcStyle>
        <a:tcBdr/>
        <a:fill>
          <a:solidFill>
            <a:srgbClr val="EDEADD"/>
          </a:solidFill>
        </a:fill>
      </a:tcStyle>
    </a:band2H>
    <a:firstCol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F9BA00"/>
          </a:solidFill>
        </a:fill>
      </a:tcStyle>
    </a:firstCol>
    <a:lastRow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lastRow>
    <a:firstRow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firstRow>
  </a:tblStyle>
  <a:tblStyle styleId="{CF821DB8-F4EB-4A41-A1BA-3FCAFE7338EE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wholeTbl>
    <a:band2H>
      <a:tcTxStyle/>
      <a:tcStyle>
        <a:tcBdr/>
        <a:fill>
          <a:solidFill>
            <a:srgbClr val="DADBDA"/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chemeClr val="accent6">
              <a:hueOff val="-146070"/>
              <a:satOff val="-10048"/>
              <a:lumOff val="-30626"/>
            </a:schemeClr>
          </a:solidFill>
        </a:fill>
      </a:tcStyle>
    </a:firstCol>
    <a:la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C24785"/>
          </a:solidFill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C24785"/>
          </a:solidFill>
        </a:fill>
      </a:tcStyle>
    </a:firstRow>
  </a:tblStyle>
  <a:tblStyle styleId="{33BA23B1-9221-436E-865A-0063620EA4FD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B5B5C1"/>
          </a:solidFill>
        </a:fill>
      </a:tcStyle>
    </a:wholeTbl>
    <a:band2H>
      <a:tcTxStyle/>
      <a:tcStyle>
        <a:tcBdr/>
        <a:fill>
          <a:solidFill>
            <a:srgbClr val="9A9AA5"/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53585F"/>
          </a:solidFill>
        </a:fill>
      </a:tcStyle>
    </a:firstCol>
    <a:la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798089"/>
          </a:solidFill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798089"/>
          </a:solidFill>
        </a:fill>
      </a:tcStyle>
    </a:firstRow>
  </a:tblStyle>
  <a:tblStyle styleId="{2708684C-4D16-4618-839F-0558EEFCDFE6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firstCol>
    <a:lastRow>
      <a:tcTxStyle b="on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125E5076-3810-47DD-B79F-674D7AD40C01}" styleName="Dark Style 1 - Accent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D03447BB-5D67-496B-8E87-E561075AD55C}" styleName="Dark Style 1 - Accent 3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wholeTbl>
    <a:band1H>
      <a:tcStyle>
        <a:tcBdr/>
        <a:fill>
          <a:solidFill>
            <a:schemeClr val="accent3">
              <a:shade val="60000"/>
            </a:schemeClr>
          </a:solidFill>
        </a:fill>
      </a:tcStyle>
    </a:band1H>
    <a:band1V>
      <a:tcStyle>
        <a:tcBdr/>
        <a:fill>
          <a:solidFill>
            <a:schemeClr val="accent3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3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3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3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E929F9F4-4A8F-4326-A1B4-22849713DDAB}" styleName="Dark Style 1 - Accent 4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wholeTbl>
    <a:band1H>
      <a:tcStyle>
        <a:tcBdr/>
        <a:fill>
          <a:solidFill>
            <a:schemeClr val="accent4">
              <a:shade val="60000"/>
            </a:schemeClr>
          </a:solidFill>
        </a:fill>
      </a:tcStyle>
    </a:band1H>
    <a:band1V>
      <a:tcStyle>
        <a:tcBdr/>
        <a:fill>
          <a:solidFill>
            <a:schemeClr val="accent4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4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4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4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1682" autoAdjust="0"/>
    <p:restoredTop sz="68750" autoAdjust="0"/>
  </p:normalViewPr>
  <p:slideViewPr>
    <p:cSldViewPr snapToGrid="0" snapToObjects="1">
      <p:cViewPr varScale="1">
        <p:scale>
          <a:sx n="35" d="100"/>
          <a:sy n="35" d="100"/>
        </p:scale>
        <p:origin x="72" y="237"/>
      </p:cViewPr>
      <p:guideLst>
        <p:guide orient="horz" pos="4320"/>
        <p:guide pos="7680"/>
      </p:guideLst>
    </p:cSldViewPr>
  </p:slideViewPr>
  <p:outlineViewPr>
    <p:cViewPr>
      <p:scale>
        <a:sx n="33" d="100"/>
        <a:sy n="33" d="100"/>
      </p:scale>
      <p:origin x="0" y="-932"/>
    </p:cViewPr>
  </p:outlineViewPr>
  <p:notesTextViewPr>
    <p:cViewPr>
      <p:scale>
        <a:sx n="75" d="100"/>
        <a:sy n="75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commentAuthors" Target="commentAuthor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handoutMaster" Target="handoutMasters/handoutMaster1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821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50443" y="0"/>
            <a:ext cx="2945659" cy="49821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0C9682A-6338-40E2-9ACD-2A3FF92BB3F1}" type="datetime1">
              <a:rPr lang="en-US" smtClean="0"/>
              <a:t>1/15/2024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431600"/>
            <a:ext cx="2945659" cy="49821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50443" y="9431600"/>
            <a:ext cx="2945659" cy="49821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7AC4568-2AE6-42F2-B295-3769A765E8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6770683"/>
      </p:ext>
    </p:extLst>
  </p:cSld>
  <p:clrMap bg1="lt1" tx1="dk1" bg2="lt2" tx2="dk2" accent1="accent1" accent2="accent2" accent3="accent3" accent4="accent4" accent5="accent5" accent6="accent6" hlink="hlink" folHlink="folHlink"/>
  <p:hf hdr="0" ft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Shape 22"/>
          <p:cNvSpPr>
            <a:spLocks noGrp="1" noRot="1" noChangeAspect="1"/>
          </p:cNvSpPr>
          <p:nvPr>
            <p:ph type="sldImg"/>
          </p:nvPr>
        </p:nvSpPr>
        <p:spPr>
          <a:xfrm>
            <a:off x="88900" y="744538"/>
            <a:ext cx="6619875" cy="3724275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23" name="Shape 23"/>
          <p:cNvSpPr>
            <a:spLocks noGrp="1"/>
          </p:cNvSpPr>
          <p:nvPr>
            <p:ph type="body" sz="quarter" idx="1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053044357"/>
      </p:ext>
    </p:extLst>
  </p:cSld>
  <p:clrMap bg1="lt1" tx1="dk1" bg2="lt2" tx2="dk2" accent1="accent1" accent2="accent2" accent3="accent3" accent4="accent4" accent5="accent5" accent6="accent6" hlink="hlink" folHlink="folHlink"/>
  <p:hf hdr="0" ftr="0"/>
  <p:notesStyle>
    <a:lvl1pPr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1pPr>
    <a:lvl2pPr indent="2286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2pPr>
    <a:lvl3pPr indent="4572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3pPr>
    <a:lvl4pPr indent="6858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4pPr>
    <a:lvl5pPr indent="9144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5pPr>
    <a:lvl6pPr indent="11430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6pPr>
    <a:lvl7pPr indent="13716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7pPr>
    <a:lvl8pPr indent="16002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8pPr>
    <a:lvl9pPr indent="18288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88900" y="744538"/>
            <a:ext cx="6619875" cy="372427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1983628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88900" y="744538"/>
            <a:ext cx="6619875" cy="372427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207172200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/>
          <a:lstStyle/>
          <a:p>
            <a:fld id="{FE536F65-AC83-4CA5-A319-75AFC58D4B3B}" type="slidenum">
              <a:rPr lang="en-US" smtClean="0">
                <a:solidFill>
                  <a:prstClr val="black"/>
                </a:solidFill>
                <a:latin typeface="Calibri"/>
                <a:ea typeface=""/>
                <a:cs typeface=""/>
              </a:rPr>
              <a:pPr/>
              <a:t>20</a:t>
            </a:fld>
            <a:endParaRPr lang="en-US" dirty="0">
              <a:solidFill>
                <a:prstClr val="black"/>
              </a:solidFill>
              <a:latin typeface="Calibri"/>
              <a:ea typeface=""/>
              <a:cs typeface=""/>
            </a:endParaRPr>
          </a:p>
        </p:txBody>
      </p:sp>
    </p:spTree>
    <p:extLst>
      <p:ext uri="{BB962C8B-B14F-4D97-AF65-F5344CB8AC3E}">
        <p14:creationId xmlns:p14="http://schemas.microsoft.com/office/powerpoint/2010/main" val="122863191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Only">
    <p:bg>
      <p:bgPr>
        <a:gradFill flip="none" rotWithShape="1">
          <a:gsLst>
            <a:gs pos="17000">
              <a:schemeClr val="bg1"/>
            </a:gs>
            <a:gs pos="83000">
              <a:srgbClr val="FF9900">
                <a:lumMod val="20000"/>
                <a:lumOff val="80000"/>
              </a:srgbClr>
            </a:gs>
            <a:gs pos="67000">
              <a:schemeClr val="accent1">
                <a:lumMod val="5000"/>
                <a:lumOff val="95000"/>
              </a:schemeClr>
            </a:gs>
            <a:gs pos="100000">
              <a:srgbClr val="057BBA">
                <a:lumMod val="50000"/>
                <a:lumOff val="50000"/>
              </a:srgbClr>
            </a:gs>
          </a:gsLst>
          <a:path path="circle">
            <a:fillToRect r="100000" b="100000"/>
          </a:path>
          <a:tileRect l="-100000" t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FFA04767-AA7B-4F3E-BCFB-179D9E0CC00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1017132" y="859479"/>
            <a:ext cx="2950192" cy="1131834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cell phone&#10;&#10;Description automatically generated">
            <a:extLst>
              <a:ext uri="{FF2B5EF4-FFF2-40B4-BE49-F238E27FC236}">
                <a16:creationId xmlns:a16="http://schemas.microsoft.com/office/drawing/2014/main" id="{9C049C43-2C50-4372-822C-DA510E94A23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C608E076-FA65-406B-B46F-9B423DB8E8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5217" y="357188"/>
            <a:ext cx="15794390" cy="1710326"/>
          </a:xfrm>
        </p:spPr>
        <p:txBody>
          <a:bodyPr>
            <a:normAutofit/>
          </a:bodyPr>
          <a:lstStyle>
            <a:lvl1pPr algn="l">
              <a:defRPr sz="8200">
                <a:latin typeface="Meiryo" charset="-128"/>
                <a:ea typeface="Meiryo" charset="-128"/>
                <a:cs typeface="Meiryo" charset="-128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0"/>
          </p:nvPr>
        </p:nvSpPr>
        <p:spPr>
          <a:xfrm>
            <a:off x="8820083" y="13156977"/>
            <a:ext cx="6743833" cy="482823"/>
          </a:xfrm>
        </p:spPr>
        <p:txBody>
          <a:bodyPr/>
          <a:lstStyle>
            <a:lvl1pPr>
              <a:defRPr sz="2200">
                <a:solidFill>
                  <a:schemeClr val="bg1"/>
                </a:solidFill>
                <a:latin typeface="Meiryo" charset="-128"/>
                <a:ea typeface="Meiryo" charset="-128"/>
                <a:cs typeface="Meiryo" charset="-128"/>
              </a:defRPr>
            </a:lvl1pPr>
          </a:lstStyle>
          <a:p>
            <a:r>
              <a:rPr lang="vi-VN" dirty="0">
                <a:solidFill>
                  <a:schemeClr val="bg1"/>
                </a:solidFill>
              </a:rPr>
              <a:t>Copyright </a:t>
            </a:r>
            <a:r>
              <a:rPr lang="de-DE" i="1" dirty="0">
                <a:solidFill>
                  <a:schemeClr val="bg1"/>
                </a:solidFill>
              </a:rPr>
              <a:t>© </a:t>
            </a:r>
            <a:r>
              <a:rPr lang="de-DE" dirty="0">
                <a:solidFill>
                  <a:schemeClr val="bg1"/>
                </a:solidFill>
              </a:rPr>
              <a:t>VTI Academy All Right Reserved</a:t>
            </a:r>
            <a:r>
              <a:rPr lang="vi-VN" dirty="0">
                <a:solidFill>
                  <a:schemeClr val="bg1"/>
                </a:solidFill>
              </a:rPr>
              <a:t> </a:t>
            </a:r>
            <a:endParaRPr lang="uk-UA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>
  <p:cSld name="1_Title and Content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3" name="Google Shape;23;p3"/>
          <p:cNvCxnSpPr/>
          <p:nvPr/>
        </p:nvCxnSpPr>
        <p:spPr>
          <a:xfrm>
            <a:off x="482600" y="1412390"/>
            <a:ext cx="21521992" cy="0"/>
          </a:xfrm>
          <a:prstGeom prst="straightConnector1">
            <a:avLst/>
          </a:prstGeom>
          <a:noFill/>
          <a:ln w="19050" cap="flat" cmpd="sng">
            <a:solidFill>
              <a:srgbClr val="3C5A99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4" name="Google Shape;24;p3"/>
          <p:cNvSpPr/>
          <p:nvPr/>
        </p:nvSpPr>
        <p:spPr>
          <a:xfrm>
            <a:off x="0" y="12670972"/>
            <a:ext cx="24384000" cy="1045028"/>
          </a:xfrm>
          <a:prstGeom prst="rect">
            <a:avLst/>
          </a:prstGeom>
          <a:solidFill>
            <a:srgbClr val="3C5A99"/>
          </a:solidFill>
          <a:ln>
            <a:noFill/>
          </a:ln>
        </p:spPr>
        <p:txBody>
          <a:bodyPr spcFirstLastPara="1" wrap="square" lIns="182850" tIns="91400" rIns="182850" bIns="914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36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3"/>
          <p:cNvSpPr/>
          <p:nvPr/>
        </p:nvSpPr>
        <p:spPr>
          <a:xfrm>
            <a:off x="6781639" y="12854932"/>
            <a:ext cx="10458958" cy="6771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91400" rIns="182850" bIns="91400" anchor="t" anchorCtr="0">
            <a:noAutofit/>
          </a:bodyPr>
          <a:lstStyle/>
          <a:p>
            <a:r>
              <a:rPr lang="vi-VN" dirty="0">
                <a:solidFill>
                  <a:schemeClr val="bg1"/>
                </a:solidFill>
              </a:rPr>
              <a:t>Copyright </a:t>
            </a:r>
            <a:r>
              <a:rPr lang="de-DE" i="1" dirty="0">
                <a:solidFill>
                  <a:schemeClr val="bg1"/>
                </a:solidFill>
              </a:rPr>
              <a:t>© </a:t>
            </a:r>
            <a:r>
              <a:rPr lang="de-DE" dirty="0">
                <a:solidFill>
                  <a:schemeClr val="bg1"/>
                </a:solidFill>
              </a:rPr>
              <a:t>VTI Academy All Right Reserved</a:t>
            </a:r>
            <a:r>
              <a:rPr lang="vi-VN" dirty="0">
                <a:solidFill>
                  <a:schemeClr val="bg1"/>
                </a:solidFill>
              </a:rPr>
              <a:t> </a:t>
            </a:r>
            <a:endParaRPr lang="uk-UA" dirty="0">
              <a:solidFill>
                <a:schemeClr val="bg1"/>
              </a:solidFill>
            </a:endParaRPr>
          </a:p>
        </p:txBody>
      </p:sp>
      <p:cxnSp>
        <p:nvCxnSpPr>
          <p:cNvPr id="26" name="Google Shape;26;p3"/>
          <p:cNvCxnSpPr/>
          <p:nvPr/>
        </p:nvCxnSpPr>
        <p:spPr>
          <a:xfrm>
            <a:off x="14610736" y="1412390"/>
            <a:ext cx="7393856" cy="0"/>
          </a:xfrm>
          <a:prstGeom prst="straightConnector1">
            <a:avLst/>
          </a:prstGeom>
          <a:noFill/>
          <a:ln w="19050" cap="flat" cmpd="sng">
            <a:solidFill>
              <a:srgbClr val="FFC000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27" name="Google Shape;27;p3"/>
          <p:cNvCxnSpPr/>
          <p:nvPr/>
        </p:nvCxnSpPr>
        <p:spPr>
          <a:xfrm>
            <a:off x="0" y="12670972"/>
            <a:ext cx="24384000" cy="0"/>
          </a:xfrm>
          <a:prstGeom prst="straightConnector1">
            <a:avLst/>
          </a:prstGeom>
          <a:noFill/>
          <a:ln w="19050" cap="flat" cmpd="sng">
            <a:solidFill>
              <a:srgbClr val="FFC000"/>
            </a:solidFill>
            <a:prstDash val="solid"/>
            <a:miter lim="800000"/>
            <a:headEnd type="none" w="sm" len="sm"/>
            <a:tailEnd type="none" w="sm" len="sm"/>
          </a:ln>
        </p:spPr>
      </p:cxnSp>
      <p:pic>
        <p:nvPicPr>
          <p:cNvPr id="3" name="Picture 2" descr="A picture containing drawing&#10;&#10;Description automatically generated">
            <a:extLst>
              <a:ext uri="{FF2B5EF4-FFF2-40B4-BE49-F238E27FC236}">
                <a16:creationId xmlns:a16="http://schemas.microsoft.com/office/drawing/2014/main" id="{BF365656-3C2C-401A-A261-7849E1DCB5B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252276" y="-25180"/>
            <a:ext cx="5131724" cy="14375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88717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bg>
      <p:bgPr>
        <a:gradFill flip="none" rotWithShape="1">
          <a:gsLst>
            <a:gs pos="17000">
              <a:schemeClr val="bg1"/>
            </a:gs>
            <a:gs pos="83000">
              <a:srgbClr val="FF9900">
                <a:lumMod val="20000"/>
                <a:lumOff val="80000"/>
              </a:srgbClr>
            </a:gs>
            <a:gs pos="67000">
              <a:schemeClr val="accent1">
                <a:lumMod val="5000"/>
                <a:lumOff val="95000"/>
              </a:schemeClr>
            </a:gs>
            <a:gs pos="100000">
              <a:srgbClr val="057BBA">
                <a:lumMod val="50000"/>
                <a:lumOff val="50000"/>
              </a:srgbClr>
            </a:gs>
          </a:gsLst>
          <a:path path="circle">
            <a:fillToRect r="100000" b="100000"/>
          </a:path>
          <a:tileRect l="-100000" t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08E076-FA65-406B-B46F-9B423DB8E8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5217" y="357188"/>
            <a:ext cx="18701658" cy="1710326"/>
          </a:xfrm>
        </p:spPr>
        <p:txBody>
          <a:bodyPr>
            <a:normAutofit/>
          </a:bodyPr>
          <a:lstStyle>
            <a:lvl1pPr algn="l">
              <a:defRPr sz="8200">
                <a:latin typeface="Meiryo" charset="-128"/>
                <a:ea typeface="Meiryo" charset="-128"/>
                <a:cs typeface="Meiryo" charset="-128"/>
              </a:defRPr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24B674F-1420-4DF2-8459-B3931B49647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676400" y="12712701"/>
            <a:ext cx="5486400" cy="730250"/>
          </a:xfrm>
          <a:prstGeom prst="rect">
            <a:avLst/>
          </a:prstGeom>
        </p:spPr>
        <p:txBody>
          <a:bodyPr/>
          <a:lstStyle/>
          <a:p>
            <a:fld id="{06980E3F-CE96-4267-B841-15E317674931}" type="datetimeFigureOut">
              <a:rPr lang="en-US" smtClean="0"/>
              <a:t>1/15/2024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4EB1A97-058D-4695-BDEE-1CB388B84E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077200" y="12712701"/>
            <a:ext cx="8229600" cy="73025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8E0EE83-65C2-45C2-B15E-F5BF3C6B97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962817" y="13073062"/>
            <a:ext cx="448840" cy="482823"/>
          </a:xfrm>
        </p:spPr>
        <p:txBody>
          <a:bodyPr/>
          <a:lstStyle/>
          <a:p>
            <a:fld id="{76CA7329-12AB-4100-8DDD-19BE59417CE0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0641B02-D364-4240-835E-FF32F0F89CB6}"/>
              </a:ext>
            </a:extLst>
          </p:cNvPr>
          <p:cNvCxnSpPr/>
          <p:nvPr userDrawn="1"/>
        </p:nvCxnSpPr>
        <p:spPr>
          <a:xfrm>
            <a:off x="1845217" y="1893677"/>
            <a:ext cx="18701658" cy="0"/>
          </a:xfrm>
          <a:prstGeom prst="line">
            <a:avLst/>
          </a:prstGeom>
          <a:ln w="38100" cap="rnd">
            <a:solidFill>
              <a:srgbClr val="057BBA">
                <a:alpha val="80000"/>
              </a:srgbClr>
            </a:solidFill>
          </a:ln>
          <a:effectLst>
            <a:softEdge rad="0"/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 descr="A close up of a sign&#10;&#10;Description automatically generated">
            <a:extLst>
              <a:ext uri="{FF2B5EF4-FFF2-40B4-BE49-F238E27FC236}">
                <a16:creationId xmlns:a16="http://schemas.microsoft.com/office/drawing/2014/main" id="{F3C5E42B-5773-41D1-82C9-A3B78618094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812883" y="427995"/>
            <a:ext cx="2645634" cy="16395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42175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itle Only">
    <p:bg>
      <p:bgPr>
        <a:gradFill flip="none" rotWithShape="1">
          <a:gsLst>
            <a:gs pos="17000">
              <a:schemeClr val="bg1"/>
            </a:gs>
            <a:gs pos="83000">
              <a:srgbClr val="FF9900">
                <a:lumMod val="20000"/>
                <a:lumOff val="80000"/>
              </a:srgbClr>
            </a:gs>
            <a:gs pos="67000">
              <a:schemeClr val="accent1">
                <a:lumMod val="5000"/>
                <a:lumOff val="95000"/>
              </a:schemeClr>
            </a:gs>
            <a:gs pos="100000">
              <a:srgbClr val="057BBA">
                <a:lumMod val="50000"/>
                <a:lumOff val="50000"/>
              </a:srgbClr>
            </a:gs>
          </a:gsLst>
          <a:path path="circle">
            <a:fillToRect r="100000" b="100000"/>
          </a:path>
          <a:tileRect l="-100000" t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557906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>
            <a:spLocks noGrp="1"/>
          </p:cNvSpPr>
          <p:nvPr>
            <p:ph type="title"/>
          </p:nvPr>
        </p:nvSpPr>
        <p:spPr>
          <a:xfrm>
            <a:off x="4387453" y="357187"/>
            <a:ext cx="15609094" cy="30360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71437" tIns="71437" rIns="71437" bIns="71437" anchor="ctr">
            <a:normAutofit/>
          </a:bodyPr>
          <a:lstStyle/>
          <a:p>
            <a:r>
              <a:t>Title Text</a:t>
            </a:r>
          </a:p>
        </p:txBody>
      </p:sp>
      <p:sp>
        <p:nvSpPr>
          <p:cNvPr id="3" name="Body Level One…"/>
          <p:cNvSpPr txBox="1">
            <a:spLocks noGrp="1"/>
          </p:cNvSpPr>
          <p:nvPr>
            <p:ph type="body" idx="1"/>
          </p:nvPr>
        </p:nvSpPr>
        <p:spPr>
          <a:xfrm>
            <a:off x="4387453" y="3643312"/>
            <a:ext cx="15609094" cy="88403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71437" tIns="71437" rIns="71437" bIns="71437" anchor="ctr">
            <a:normAutofit/>
          </a:bodyPr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954103" y="13073062"/>
            <a:ext cx="466269" cy="477671"/>
          </a:xfrm>
          <a:prstGeom prst="rect">
            <a:avLst/>
          </a:prstGeom>
          <a:ln w="12700">
            <a:miter lim="400000"/>
          </a:ln>
        </p:spPr>
        <p:txBody>
          <a:bodyPr wrap="none" lIns="71437" tIns="71437" rIns="71437" bIns="71437">
            <a:spAutoFit/>
          </a:bodyPr>
          <a:lstStyle>
            <a:lvl1pPr>
              <a:defRPr sz="22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  <p:sldLayoutId id="2147483649" r:id="rId2"/>
    <p:sldLayoutId id="2147483655" r:id="rId3"/>
    <p:sldLayoutId id="2147483656" r:id="rId4"/>
    <p:sldLayoutId id="2147483657" r:id="rId5"/>
  </p:sldLayoutIdLst>
  <p:transition spd="med"/>
  <p:txStyles>
    <p:titleStyle>
      <a:lvl1pPr marL="0" marR="0" indent="0" algn="ctr" defTabSz="82153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1pPr>
      <a:lvl2pPr marL="0" marR="0" indent="0" algn="ctr" defTabSz="82153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2pPr>
      <a:lvl3pPr marL="0" marR="0" indent="0" algn="ctr" defTabSz="82153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3pPr>
      <a:lvl4pPr marL="0" marR="0" indent="0" algn="ctr" defTabSz="82153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4pPr>
      <a:lvl5pPr marL="0" marR="0" indent="0" algn="ctr" defTabSz="82153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5pPr>
      <a:lvl6pPr marL="0" marR="0" indent="0" algn="ctr" defTabSz="82153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6pPr>
      <a:lvl7pPr marL="0" marR="0" indent="0" algn="ctr" defTabSz="82153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7pPr>
      <a:lvl8pPr marL="0" marR="0" indent="0" algn="ctr" defTabSz="82153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8pPr>
      <a:lvl9pPr marL="0" marR="0" indent="0" algn="ctr" defTabSz="82153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9pPr>
    </p:titleStyle>
    <p:bodyStyle>
      <a:lvl1pPr marL="611187" marR="0" indent="-611187" algn="l" defTabSz="821531" rtl="0" latinLnBrk="0">
        <a:lnSpc>
          <a:spcPct val="100000"/>
        </a:lnSpc>
        <a:spcBef>
          <a:spcPts val="5900"/>
        </a:spcBef>
        <a:spcAft>
          <a:spcPts val="0"/>
        </a:spcAft>
        <a:buClrTx/>
        <a:buSzPct val="145000"/>
        <a:buFontTx/>
        <a:buChar char="•"/>
        <a:tabLst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1pPr>
      <a:lvl2pPr marL="1055687" marR="0" indent="-611187" algn="l" defTabSz="821531" rtl="0" latinLnBrk="0">
        <a:lnSpc>
          <a:spcPct val="100000"/>
        </a:lnSpc>
        <a:spcBef>
          <a:spcPts val="5900"/>
        </a:spcBef>
        <a:spcAft>
          <a:spcPts val="0"/>
        </a:spcAft>
        <a:buClrTx/>
        <a:buSzPct val="145000"/>
        <a:buFontTx/>
        <a:buChar char="•"/>
        <a:tabLst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2pPr>
      <a:lvl3pPr marL="1500187" marR="0" indent="-611187" algn="l" defTabSz="821531" rtl="0" latinLnBrk="0">
        <a:lnSpc>
          <a:spcPct val="100000"/>
        </a:lnSpc>
        <a:spcBef>
          <a:spcPts val="5900"/>
        </a:spcBef>
        <a:spcAft>
          <a:spcPts val="0"/>
        </a:spcAft>
        <a:buClrTx/>
        <a:buSzPct val="145000"/>
        <a:buFontTx/>
        <a:buChar char="•"/>
        <a:tabLst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3pPr>
      <a:lvl4pPr marL="1944687" marR="0" indent="-611187" algn="l" defTabSz="821531" rtl="0" latinLnBrk="0">
        <a:lnSpc>
          <a:spcPct val="100000"/>
        </a:lnSpc>
        <a:spcBef>
          <a:spcPts val="5900"/>
        </a:spcBef>
        <a:spcAft>
          <a:spcPts val="0"/>
        </a:spcAft>
        <a:buClrTx/>
        <a:buSzPct val="145000"/>
        <a:buFontTx/>
        <a:buChar char="•"/>
        <a:tabLst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4pPr>
      <a:lvl5pPr marL="2389187" marR="0" indent="-611187" algn="l" defTabSz="821531" rtl="0" latinLnBrk="0">
        <a:lnSpc>
          <a:spcPct val="100000"/>
        </a:lnSpc>
        <a:spcBef>
          <a:spcPts val="5900"/>
        </a:spcBef>
        <a:spcAft>
          <a:spcPts val="0"/>
        </a:spcAft>
        <a:buClrTx/>
        <a:buSzPct val="145000"/>
        <a:buFontTx/>
        <a:buChar char="•"/>
        <a:tabLst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5pPr>
      <a:lvl6pPr marL="2833687" marR="0" indent="-611187" algn="l" defTabSz="821531" rtl="0" latinLnBrk="0">
        <a:lnSpc>
          <a:spcPct val="100000"/>
        </a:lnSpc>
        <a:spcBef>
          <a:spcPts val="5900"/>
        </a:spcBef>
        <a:spcAft>
          <a:spcPts val="0"/>
        </a:spcAft>
        <a:buClrTx/>
        <a:buSzPct val="145000"/>
        <a:buFontTx/>
        <a:buChar char="•"/>
        <a:tabLst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6pPr>
      <a:lvl7pPr marL="3278187" marR="0" indent="-611187" algn="l" defTabSz="821531" rtl="0" latinLnBrk="0">
        <a:lnSpc>
          <a:spcPct val="100000"/>
        </a:lnSpc>
        <a:spcBef>
          <a:spcPts val="5900"/>
        </a:spcBef>
        <a:spcAft>
          <a:spcPts val="0"/>
        </a:spcAft>
        <a:buClrTx/>
        <a:buSzPct val="145000"/>
        <a:buFontTx/>
        <a:buChar char="•"/>
        <a:tabLst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7pPr>
      <a:lvl8pPr marL="3722687" marR="0" indent="-611187" algn="l" defTabSz="821531" rtl="0" latinLnBrk="0">
        <a:lnSpc>
          <a:spcPct val="100000"/>
        </a:lnSpc>
        <a:spcBef>
          <a:spcPts val="5900"/>
        </a:spcBef>
        <a:spcAft>
          <a:spcPts val="0"/>
        </a:spcAft>
        <a:buClrTx/>
        <a:buSzPct val="145000"/>
        <a:buFontTx/>
        <a:buChar char="•"/>
        <a:tabLst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8pPr>
      <a:lvl9pPr marL="4167187" marR="0" indent="-611187" algn="l" defTabSz="821531" rtl="0" latinLnBrk="0">
        <a:lnSpc>
          <a:spcPct val="100000"/>
        </a:lnSpc>
        <a:spcBef>
          <a:spcPts val="5900"/>
        </a:spcBef>
        <a:spcAft>
          <a:spcPts val="0"/>
        </a:spcAft>
        <a:buClrTx/>
        <a:buSzPct val="145000"/>
        <a:buFontTx/>
        <a:buChar char="•"/>
        <a:tabLst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9pPr>
    </p:bodyStyle>
    <p:otherStyle>
      <a:lvl1pPr marL="0" marR="0" indent="0" algn="ctr" defTabSz="821531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1pPr>
      <a:lvl2pPr marL="0" marR="0" indent="228600" algn="ctr" defTabSz="821531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2pPr>
      <a:lvl3pPr marL="0" marR="0" indent="457200" algn="ctr" defTabSz="821531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3pPr>
      <a:lvl4pPr marL="0" marR="0" indent="685800" algn="ctr" defTabSz="821531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4pPr>
      <a:lvl5pPr marL="0" marR="0" indent="914400" algn="ctr" defTabSz="821531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5pPr>
      <a:lvl6pPr marL="0" marR="0" indent="1143000" algn="ctr" defTabSz="821531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6pPr>
      <a:lvl7pPr marL="0" marR="0" indent="1371600" algn="ctr" defTabSz="821531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7pPr>
      <a:lvl8pPr marL="0" marR="0" indent="1600200" algn="ctr" defTabSz="821531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8pPr>
      <a:lvl9pPr marL="0" marR="0" indent="1828800" algn="ctr" defTabSz="821531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picture containing drawing&#10;&#10;Description automatically generated">
            <a:extLst>
              <a:ext uri="{FF2B5EF4-FFF2-40B4-BE49-F238E27FC236}">
                <a16:creationId xmlns:a16="http://schemas.microsoft.com/office/drawing/2014/main" id="{5C73E9A0-1581-412A-9370-80FB5A08E43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3650" y="1753558"/>
            <a:ext cx="5103775" cy="1429741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3535C99-41AF-418B-BEDD-F28650092074}"/>
              </a:ext>
            </a:extLst>
          </p:cNvPr>
          <p:cNvSpPr/>
          <p:nvPr/>
        </p:nvSpPr>
        <p:spPr>
          <a:xfrm>
            <a:off x="1795790" y="3025157"/>
            <a:ext cx="5636029" cy="5693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en-US" sz="3100" dirty="0">
                <a:solidFill>
                  <a:schemeClr val="accent1">
                    <a:lumMod val="75000"/>
                  </a:schemeClr>
                </a:solidFill>
                <a:latin typeface="+mj-lt"/>
                <a:ea typeface="Meiryo" charset="-128"/>
                <a:cs typeface="Meiryo" charset="-128"/>
              </a:rPr>
              <a:t>WAY TO ENTERPRISE</a:t>
            </a:r>
          </a:p>
        </p:txBody>
      </p:sp>
      <p:sp>
        <p:nvSpPr>
          <p:cNvPr id="5" name="Google Shape;90;p9">
            <a:extLst>
              <a:ext uri="{FF2B5EF4-FFF2-40B4-BE49-F238E27FC236}">
                <a16:creationId xmlns:a16="http://schemas.microsoft.com/office/drawing/2014/main" id="{DB753221-CAE6-4172-B420-253F82036F95}"/>
              </a:ext>
            </a:extLst>
          </p:cNvPr>
          <p:cNvSpPr txBox="1">
            <a:spLocks/>
          </p:cNvSpPr>
          <p:nvPr/>
        </p:nvSpPr>
        <p:spPr>
          <a:xfrm>
            <a:off x="630462" y="6199125"/>
            <a:ext cx="22486370" cy="1317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indent="0" algn="ctr" defTabSz="821531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1pPr>
            <a:lvl2pPr marL="0" marR="0" indent="0" algn="ctr" defTabSz="821531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2pPr>
            <a:lvl3pPr marL="0" marR="0" indent="0" algn="ctr" defTabSz="821531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3pPr>
            <a:lvl4pPr marL="0" marR="0" indent="0" algn="ctr" defTabSz="821531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4pPr>
            <a:lvl5pPr marL="0" marR="0" indent="0" algn="ctr" defTabSz="821531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5pPr>
            <a:lvl6pPr marL="0" marR="0" indent="0" algn="ctr" defTabSz="821531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6pPr>
            <a:lvl7pPr marL="0" marR="0" indent="0" algn="ctr" defTabSz="821531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7pPr>
            <a:lvl8pPr marL="0" marR="0" indent="0" algn="ctr" defTabSz="821531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8pPr>
            <a:lvl9pPr marL="0" marR="0" indent="0" algn="ctr" defTabSz="821531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9pPr>
          </a:lstStyle>
          <a:p>
            <a:pPr hangingPunct="1">
              <a:lnSpc>
                <a:spcPct val="90000"/>
              </a:lnSpc>
              <a:buClr>
                <a:srgbClr val="1E4E79"/>
              </a:buClr>
              <a:buSzPts val="4400"/>
            </a:pPr>
            <a:r>
              <a:rPr lang="en-US" altLang="en-US" sz="10000">
                <a:solidFill>
                  <a:schemeClr val="accent1">
                    <a:lumMod val="75000"/>
                  </a:schemeClr>
                </a:solidFill>
              </a:rPr>
              <a:t>Java</a:t>
            </a:r>
            <a:endParaRPr lang="en-US" sz="10000" dirty="0">
              <a:solidFill>
                <a:schemeClr val="accent1">
                  <a:lumMod val="75000"/>
                </a:schemeClr>
              </a:solidFill>
            </a:endParaRPr>
          </a:p>
        </p:txBody>
      </p:sp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ja-JP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Agenda</a:t>
            </a:r>
          </a:p>
        </p:txBody>
      </p:sp>
      <p:sp>
        <p:nvSpPr>
          <p:cNvPr id="3" name="Rectangle 2"/>
          <p:cNvSpPr/>
          <p:nvPr/>
        </p:nvSpPr>
        <p:spPr>
          <a:xfrm>
            <a:off x="8898777" y="13198291"/>
            <a:ext cx="6688049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2200" b="0" dirty="0">
                <a:solidFill>
                  <a:schemeClr val="bg1"/>
                </a:solidFill>
                <a:latin typeface="Meiryo" charset="-128"/>
                <a:ea typeface="Meiryo" charset="-128"/>
                <a:cs typeface="Meiryo" charset="-128"/>
              </a:rPr>
              <a:t>Copyright </a:t>
            </a:r>
            <a:r>
              <a:rPr lang="en-GB" sz="2200" b="0" i="1" dirty="0">
                <a:solidFill>
                  <a:schemeClr val="bg1"/>
                </a:solidFill>
                <a:latin typeface="Meiryo" charset="-128"/>
                <a:ea typeface="Meiryo" charset="-128"/>
                <a:cs typeface="Meiryo" charset="-128"/>
              </a:rPr>
              <a:t>© </a:t>
            </a:r>
            <a:r>
              <a:rPr lang="en-GB" sz="2200" b="0" dirty="0">
                <a:solidFill>
                  <a:schemeClr val="bg1"/>
                </a:solidFill>
                <a:latin typeface="Meiryo" charset="-128"/>
                <a:ea typeface="Meiryo" charset="-128"/>
                <a:cs typeface="Meiryo" charset="-128"/>
              </a:rPr>
              <a:t>VTI Academy All Rights Reserved 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BDE6175F-EC54-41CE-AC36-9254032B4CC2}"/>
              </a:ext>
            </a:extLst>
          </p:cNvPr>
          <p:cNvSpPr txBox="1">
            <a:spLocks/>
          </p:cNvSpPr>
          <p:nvPr/>
        </p:nvSpPr>
        <p:spPr bwMode="auto">
          <a:xfrm>
            <a:off x="1845217" y="3116480"/>
            <a:ext cx="21401314" cy="932905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Font typeface="Wingdings" panose="05000000000000000000" pitchFamily="2" charset="2"/>
              <a:buChar char="q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ü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defTabSz="914400">
              <a:defRPr/>
            </a:pPr>
            <a:r>
              <a:rPr lang="en-US" altLang="en-US" sz="6600" b="0" dirty="0">
                <a:solidFill>
                  <a:sysClr val="windowText" lastClr="000000"/>
                </a:solidFill>
                <a:latin typeface="Arial (Body)"/>
                <a:cs typeface="Arial" panose="020B0604020202020204" pitchFamily="34" charset="0"/>
              </a:rPr>
              <a:t> Web architecture</a:t>
            </a:r>
          </a:p>
          <a:p>
            <a:pPr lvl="0" defTabSz="914400">
              <a:defRPr/>
            </a:pPr>
            <a:r>
              <a:rPr lang="en-US" altLang="en-US" sz="6600" b="0" dirty="0">
                <a:solidFill>
                  <a:sysClr val="windowText" lastClr="000000"/>
                </a:solidFill>
                <a:latin typeface="Arial (Body)"/>
                <a:cs typeface="Arial" panose="020B0604020202020204" pitchFamily="34" charset="0"/>
              </a:rPr>
              <a:t> Setup software</a:t>
            </a:r>
          </a:p>
          <a:p>
            <a:pPr lvl="0" defTabSz="914400">
              <a:defRPr/>
            </a:pPr>
            <a:r>
              <a:rPr lang="en-US" altLang="en-US" sz="6600" b="0" dirty="0">
                <a:solidFill>
                  <a:sysClr val="windowText" lastClr="000000"/>
                </a:solidFill>
                <a:latin typeface="Arial (Body)"/>
                <a:cs typeface="Arial" panose="020B0604020202020204" pitchFamily="34" charset="0"/>
              </a:rPr>
              <a:t> Datatype</a:t>
            </a:r>
          </a:p>
          <a:p>
            <a:pPr lvl="0" defTabSz="914400">
              <a:defRPr/>
            </a:pPr>
            <a:r>
              <a:rPr lang="en-US" altLang="en-US" sz="6600" b="0" dirty="0">
                <a:solidFill>
                  <a:sysClr val="windowText" lastClr="000000"/>
                </a:solidFill>
                <a:latin typeface="Arial (Body)"/>
                <a:cs typeface="Arial" panose="020B0604020202020204" pitchFamily="34" charset="0"/>
              </a:rPr>
              <a:t> </a:t>
            </a:r>
            <a:r>
              <a:rPr lang="en-US" altLang="en-US" sz="6600" b="0" dirty="0" err="1">
                <a:solidFill>
                  <a:sysClr val="windowText" lastClr="000000"/>
                </a:solidFill>
                <a:latin typeface="Arial (Body)"/>
                <a:cs typeface="Arial" panose="020B0604020202020204" pitchFamily="34" charset="0"/>
              </a:rPr>
              <a:t>Enum</a:t>
            </a:r>
            <a:r>
              <a:rPr lang="en-US" altLang="en-US" sz="6600" b="0" dirty="0">
                <a:solidFill>
                  <a:sysClr val="windowText" lastClr="000000"/>
                </a:solidFill>
                <a:latin typeface="Arial (Body)"/>
                <a:cs typeface="Arial" panose="020B0604020202020204" pitchFamily="34" charset="0"/>
              </a:rPr>
              <a:t> </a:t>
            </a:r>
          </a:p>
          <a:p>
            <a:pPr lvl="0" defTabSz="914400">
              <a:defRPr/>
            </a:pPr>
            <a:r>
              <a:rPr lang="en-US" altLang="en-US" sz="6600" b="0" dirty="0">
                <a:solidFill>
                  <a:sysClr val="windowText" lastClr="000000"/>
                </a:solidFill>
                <a:latin typeface="Arial (Body)"/>
                <a:cs typeface="Arial" panose="020B0604020202020204" pitchFamily="34" charset="0"/>
              </a:rPr>
              <a:t> Array</a:t>
            </a:r>
          </a:p>
          <a:p>
            <a:pPr lvl="0" defTabSz="914400">
              <a:defRPr/>
            </a:pPr>
            <a:r>
              <a:rPr lang="en-US" altLang="en-US" sz="6600" b="0" dirty="0">
                <a:solidFill>
                  <a:sysClr val="windowText" lastClr="000000"/>
                </a:solidFill>
                <a:latin typeface="Arial (Body)"/>
                <a:cs typeface="Arial" panose="020B0604020202020204" pitchFamily="34" charset="0"/>
              </a:rPr>
              <a:t> </a:t>
            </a:r>
            <a:r>
              <a:rPr lang="en-US" altLang="en-US" sz="6600" b="0" dirty="0" err="1">
                <a:solidFill>
                  <a:sysClr val="windowText" lastClr="000000"/>
                </a:solidFill>
                <a:latin typeface="Arial (Body)"/>
                <a:cs typeface="Arial" panose="020B0604020202020204" pitchFamily="34" charset="0"/>
              </a:rPr>
              <a:t>Init</a:t>
            </a:r>
            <a:r>
              <a:rPr lang="en-US" altLang="en-US" sz="6600" b="0" dirty="0">
                <a:solidFill>
                  <a:sysClr val="windowText" lastClr="000000"/>
                </a:solidFill>
                <a:latin typeface="Arial (Body)"/>
                <a:cs typeface="Arial" panose="020B0604020202020204" pitchFamily="34" charset="0"/>
              </a:rPr>
              <a:t> Object</a:t>
            </a:r>
          </a:p>
          <a:p>
            <a:pPr lvl="0" defTabSz="914400">
              <a:defRPr/>
            </a:pPr>
            <a:r>
              <a:rPr kumimoji="0" lang="en-US" altLang="en-US" sz="66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(Body)"/>
                <a:cs typeface="Arial" panose="020B0604020202020204" pitchFamily="34" charset="0"/>
              </a:rPr>
              <a:t> </a:t>
            </a:r>
            <a:r>
              <a:rPr lang="en-US" altLang="en-US" sz="6600" b="0" noProof="0" dirty="0">
                <a:solidFill>
                  <a:sysClr val="windowText" lastClr="000000"/>
                </a:solidFill>
                <a:latin typeface="Arial (Body)"/>
                <a:cs typeface="Arial" panose="020B0604020202020204" pitchFamily="34" charset="0"/>
              </a:rPr>
              <a:t>Assignments</a:t>
            </a:r>
            <a:endParaRPr kumimoji="0" lang="en-US" altLang="en-US" sz="66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(Body)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03794139"/>
      </p:ext>
    </p:extLst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C144509F-90D5-455A-B86D-D2BF5157B17F}"/>
              </a:ext>
            </a:extLst>
          </p:cNvPr>
          <p:cNvSpPr txBox="1">
            <a:spLocks/>
          </p:cNvSpPr>
          <p:nvPr/>
        </p:nvSpPr>
        <p:spPr bwMode="auto">
          <a:xfrm>
            <a:off x="1200150" y="571498"/>
            <a:ext cx="8229600" cy="620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ü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defTabSz="914400" eaLnBrk="0" fontAlgn="base">
              <a:spcBef>
                <a:spcPct val="0"/>
              </a:spcBef>
              <a:spcAft>
                <a:spcPct val="0"/>
              </a:spcAft>
              <a:buSzTx/>
              <a:buFontTx/>
              <a:buNone/>
            </a:pPr>
            <a:r>
              <a:rPr lang="en-US" altLang="en-US" sz="6000" kern="1200" dirty="0">
                <a:solidFill>
                  <a:srgbClr val="4F81BD"/>
                </a:solidFill>
                <a:ea typeface="+mn-ea"/>
                <a:cs typeface="Tahoma" panose="020B0604030504040204" pitchFamily="34" charset="0"/>
              </a:rPr>
              <a:t>Web architecture</a:t>
            </a:r>
            <a:endParaRPr lang="vi-VN" altLang="en-US" sz="6000" kern="1200" dirty="0">
              <a:solidFill>
                <a:srgbClr val="4F81BD"/>
              </a:solidFill>
              <a:ea typeface="+mn-ea"/>
              <a:cs typeface="Tahoma" panose="020B0604030504040204" pitchFamily="34" charset="0"/>
            </a:endParaRPr>
          </a:p>
        </p:txBody>
      </p:sp>
      <p:pic>
        <p:nvPicPr>
          <p:cNvPr id="4" name="Picture 4" descr="Image result for front end and back end, database web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83318" y="2202657"/>
            <a:ext cx="18010822" cy="88057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905592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C144509F-90D5-455A-B86D-D2BF5157B17F}"/>
              </a:ext>
            </a:extLst>
          </p:cNvPr>
          <p:cNvSpPr txBox="1">
            <a:spLocks/>
          </p:cNvSpPr>
          <p:nvPr/>
        </p:nvSpPr>
        <p:spPr bwMode="auto">
          <a:xfrm>
            <a:off x="1200150" y="571498"/>
            <a:ext cx="8229600" cy="620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ü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defTabSz="914400" eaLnBrk="0" fontAlgn="base">
              <a:spcBef>
                <a:spcPct val="0"/>
              </a:spcBef>
              <a:spcAft>
                <a:spcPct val="0"/>
              </a:spcAft>
              <a:buSzTx/>
              <a:buFontTx/>
              <a:buNone/>
            </a:pPr>
            <a:r>
              <a:rPr lang="en-US" altLang="en-US" sz="6000" kern="1200" dirty="0">
                <a:solidFill>
                  <a:srgbClr val="4F81BD"/>
                </a:solidFill>
                <a:ea typeface="+mn-ea"/>
                <a:cs typeface="Tahoma" panose="020B0604030504040204" pitchFamily="34" charset="0"/>
              </a:rPr>
              <a:t>Popular Language</a:t>
            </a:r>
            <a:endParaRPr lang="vi-VN" altLang="en-US" sz="6000" kern="1200" dirty="0">
              <a:solidFill>
                <a:srgbClr val="4F81BD"/>
              </a:solidFill>
              <a:ea typeface="+mn-ea"/>
              <a:cs typeface="Tahoma" panose="020B0604030504040204" pitchFamily="34" charset="0"/>
            </a:endParaRPr>
          </a:p>
        </p:txBody>
      </p:sp>
      <p:pic>
        <p:nvPicPr>
          <p:cNvPr id="1026" name="Picture 2" descr="best-backend-language-in-2018 | Tech Talk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84625" y="2027237"/>
            <a:ext cx="15240000" cy="95154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129898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C144509F-90D5-455A-B86D-D2BF5157B17F}"/>
              </a:ext>
            </a:extLst>
          </p:cNvPr>
          <p:cNvSpPr txBox="1">
            <a:spLocks/>
          </p:cNvSpPr>
          <p:nvPr/>
        </p:nvSpPr>
        <p:spPr bwMode="auto">
          <a:xfrm>
            <a:off x="1200150" y="571498"/>
            <a:ext cx="8229600" cy="620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ü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defTabSz="914400" eaLnBrk="0" fontAlgn="base">
              <a:spcBef>
                <a:spcPct val="0"/>
              </a:spcBef>
              <a:spcAft>
                <a:spcPct val="0"/>
              </a:spcAft>
              <a:buSzTx/>
              <a:buFontTx/>
              <a:buNone/>
            </a:pPr>
            <a:r>
              <a:rPr lang="en-US" altLang="en-US" sz="6000" kern="1200" dirty="0">
                <a:solidFill>
                  <a:srgbClr val="4F81BD"/>
                </a:solidFill>
                <a:ea typeface="+mn-ea"/>
                <a:cs typeface="Tahoma" panose="020B0604030504040204" pitchFamily="34" charset="0"/>
              </a:rPr>
              <a:t>Setup Software</a:t>
            </a:r>
            <a:endParaRPr lang="vi-VN" altLang="en-US" sz="6000" kern="1200" dirty="0">
              <a:solidFill>
                <a:srgbClr val="4F81BD"/>
              </a:solidFill>
              <a:ea typeface="+mn-ea"/>
              <a:cs typeface="Tahoma" panose="020B0604030504040204" pitchFamily="34" charset="0"/>
            </a:endParaRPr>
          </a:p>
        </p:txBody>
      </p:sp>
      <p:sp>
        <p:nvSpPr>
          <p:cNvPr id="4" name="Text Placeholder 1"/>
          <p:cNvSpPr txBox="1">
            <a:spLocks/>
          </p:cNvSpPr>
          <p:nvPr/>
        </p:nvSpPr>
        <p:spPr>
          <a:xfrm>
            <a:off x="1857376" y="2335127"/>
            <a:ext cx="16481424" cy="2503574"/>
          </a:xfrm>
          <a:prstGeom prst="rect">
            <a:avLst/>
          </a:prstGeom>
        </p:spPr>
        <p:txBody>
          <a:bodyPr>
            <a:normAutofit/>
          </a:bodyPr>
          <a:lstStyle>
            <a:lvl1pPr marL="611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1055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500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944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389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833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78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722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67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marL="428625" indent="-428625" hangingPunct="1">
              <a:buFont typeface="Wingdings" panose="05000000000000000000" pitchFamily="2" charset="2"/>
              <a:buChar char="Ø"/>
            </a:pPr>
            <a:r>
              <a:rPr lang="en-ID" dirty="0"/>
              <a:t> JDK </a:t>
            </a:r>
          </a:p>
          <a:p>
            <a:pPr marL="428625" indent="-428625" hangingPunct="1">
              <a:buFont typeface="Wingdings" panose="05000000000000000000" pitchFamily="2" charset="2"/>
              <a:buChar char="Ø"/>
            </a:pPr>
            <a:r>
              <a:rPr lang="en-ID" dirty="0"/>
              <a:t> Eclipse IDE</a:t>
            </a:r>
          </a:p>
        </p:txBody>
      </p:sp>
    </p:spTree>
    <p:extLst>
      <p:ext uri="{BB962C8B-B14F-4D97-AF65-F5344CB8AC3E}">
        <p14:creationId xmlns:p14="http://schemas.microsoft.com/office/powerpoint/2010/main" val="39604679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C144509F-90D5-455A-B86D-D2BF5157B17F}"/>
              </a:ext>
            </a:extLst>
          </p:cNvPr>
          <p:cNvSpPr txBox="1">
            <a:spLocks/>
          </p:cNvSpPr>
          <p:nvPr/>
        </p:nvSpPr>
        <p:spPr bwMode="auto">
          <a:xfrm>
            <a:off x="1200150" y="571498"/>
            <a:ext cx="8229600" cy="620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ü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defTabSz="914400" eaLnBrk="0" fontAlgn="base">
              <a:spcBef>
                <a:spcPct val="0"/>
              </a:spcBef>
              <a:spcAft>
                <a:spcPct val="0"/>
              </a:spcAft>
              <a:buSzTx/>
              <a:buFontTx/>
              <a:buNone/>
            </a:pPr>
            <a:r>
              <a:rPr lang="en-US" altLang="en-US" sz="6000" kern="1200" dirty="0">
                <a:solidFill>
                  <a:srgbClr val="4F81BD"/>
                </a:solidFill>
                <a:ea typeface="+mn-ea"/>
                <a:cs typeface="Tahoma" panose="020B0604030504040204" pitchFamily="34" charset="0"/>
              </a:rPr>
              <a:t>Datatype</a:t>
            </a:r>
            <a:endParaRPr lang="vi-VN" altLang="en-US" sz="6000" kern="1200" dirty="0">
              <a:solidFill>
                <a:srgbClr val="4F81BD"/>
              </a:solidFill>
              <a:ea typeface="+mn-ea"/>
              <a:cs typeface="Tahoma" panose="020B0604030504040204" pitchFamily="34" charset="0"/>
            </a:endParaRPr>
          </a:p>
        </p:txBody>
      </p:sp>
      <p:sp>
        <p:nvSpPr>
          <p:cNvPr id="4" name="Text Placeholder 1"/>
          <p:cNvSpPr txBox="1">
            <a:spLocks/>
          </p:cNvSpPr>
          <p:nvPr/>
        </p:nvSpPr>
        <p:spPr>
          <a:xfrm>
            <a:off x="1857376" y="2335127"/>
            <a:ext cx="16481424" cy="6732674"/>
          </a:xfrm>
          <a:prstGeom prst="rect">
            <a:avLst/>
          </a:prstGeom>
        </p:spPr>
        <p:txBody>
          <a:bodyPr>
            <a:normAutofit/>
          </a:bodyPr>
          <a:lstStyle>
            <a:lvl1pPr marL="611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1055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500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944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389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833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78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722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67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marL="428625" indent="-428625" hangingPunct="1">
              <a:buFont typeface="Wingdings" panose="05000000000000000000" pitchFamily="2" charset="2"/>
              <a:buChar char="Ø"/>
            </a:pPr>
            <a:r>
              <a:rPr lang="en-ID" dirty="0"/>
              <a:t> Primitive  </a:t>
            </a:r>
          </a:p>
          <a:p>
            <a:pPr marL="428625" indent="-428625" hangingPunct="1">
              <a:buFont typeface="Wingdings" panose="05000000000000000000" pitchFamily="2" charset="2"/>
              <a:buChar char="Ø"/>
            </a:pPr>
            <a:r>
              <a:rPr lang="en-ID" dirty="0"/>
              <a:t> String</a:t>
            </a:r>
          </a:p>
          <a:p>
            <a:pPr marL="428625" indent="-428625" hangingPunct="1">
              <a:buFont typeface="Wingdings" panose="05000000000000000000" pitchFamily="2" charset="2"/>
              <a:buChar char="Ø"/>
            </a:pPr>
            <a:r>
              <a:rPr lang="en-ID" dirty="0"/>
              <a:t> Date</a:t>
            </a:r>
          </a:p>
          <a:p>
            <a:pPr marL="428625" indent="-428625" hangingPunct="1">
              <a:buFont typeface="Wingdings" panose="05000000000000000000" pitchFamily="2" charset="2"/>
              <a:buChar char="Ø"/>
            </a:pPr>
            <a:r>
              <a:rPr lang="en-ID" dirty="0"/>
              <a:t> </a:t>
            </a:r>
            <a:r>
              <a:rPr lang="en-ID" dirty="0" err="1"/>
              <a:t>Enum</a:t>
            </a:r>
            <a:endParaRPr lang="en-ID" dirty="0"/>
          </a:p>
          <a:p>
            <a:pPr marL="428625" indent="-428625" hangingPunct="1">
              <a:buFont typeface="Wingdings" panose="05000000000000000000" pitchFamily="2" charset="2"/>
              <a:buChar char="Ø"/>
            </a:pPr>
            <a:r>
              <a:rPr lang="en-ID" dirty="0"/>
              <a:t> Array</a:t>
            </a:r>
          </a:p>
        </p:txBody>
      </p:sp>
    </p:spTree>
    <p:extLst>
      <p:ext uri="{BB962C8B-B14F-4D97-AF65-F5344CB8AC3E}">
        <p14:creationId xmlns:p14="http://schemas.microsoft.com/office/powerpoint/2010/main" val="29853096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C144509F-90D5-455A-B86D-D2BF5157B17F}"/>
              </a:ext>
            </a:extLst>
          </p:cNvPr>
          <p:cNvSpPr txBox="1">
            <a:spLocks/>
          </p:cNvSpPr>
          <p:nvPr/>
        </p:nvSpPr>
        <p:spPr bwMode="auto">
          <a:xfrm>
            <a:off x="1200150" y="571498"/>
            <a:ext cx="8229600" cy="620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ü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defTabSz="914400" eaLnBrk="0" fontAlgn="base">
              <a:spcBef>
                <a:spcPct val="0"/>
              </a:spcBef>
              <a:spcAft>
                <a:spcPct val="0"/>
              </a:spcAft>
              <a:buSzTx/>
              <a:buFontTx/>
              <a:buNone/>
            </a:pPr>
            <a:r>
              <a:rPr lang="en-US" altLang="en-US" sz="6000" kern="1200" dirty="0">
                <a:solidFill>
                  <a:srgbClr val="4F81BD"/>
                </a:solidFill>
                <a:ea typeface="+mn-ea"/>
                <a:cs typeface="Tahoma" panose="020B0604030504040204" pitchFamily="34" charset="0"/>
              </a:rPr>
              <a:t>Primitive</a:t>
            </a:r>
            <a:endParaRPr lang="vi-VN" altLang="en-US" sz="6000" kern="1200" dirty="0">
              <a:solidFill>
                <a:srgbClr val="4F81BD"/>
              </a:solidFill>
              <a:ea typeface="+mn-ea"/>
              <a:cs typeface="Tahoma" panose="020B0604030504040204" pitchFamily="34" charset="0"/>
            </a:endParaRPr>
          </a:p>
        </p:txBody>
      </p:sp>
      <p:sp>
        <p:nvSpPr>
          <p:cNvPr id="4" name="Text Placeholder 1"/>
          <p:cNvSpPr txBox="1">
            <a:spLocks/>
          </p:cNvSpPr>
          <p:nvPr/>
        </p:nvSpPr>
        <p:spPr>
          <a:xfrm>
            <a:off x="1857376" y="2335126"/>
            <a:ext cx="16481424" cy="7875673"/>
          </a:xfrm>
          <a:prstGeom prst="rect">
            <a:avLst/>
          </a:prstGeom>
        </p:spPr>
        <p:txBody>
          <a:bodyPr>
            <a:normAutofit/>
          </a:bodyPr>
          <a:lstStyle>
            <a:lvl1pPr marL="611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1055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500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944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389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833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78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722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67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marL="428625" indent="-428625" hangingPunct="1">
              <a:buFont typeface="Wingdings" panose="05000000000000000000" pitchFamily="2" charset="2"/>
              <a:buChar char="Ø"/>
            </a:pPr>
            <a:r>
              <a:rPr lang="en-ID" dirty="0"/>
              <a:t> Integer</a:t>
            </a:r>
          </a:p>
          <a:p>
            <a:pPr marL="428625" indent="-428625" hangingPunct="1">
              <a:buFont typeface="Wingdings" panose="05000000000000000000" pitchFamily="2" charset="2"/>
              <a:buChar char="Ø"/>
            </a:pPr>
            <a:r>
              <a:rPr lang="en-ID" dirty="0"/>
              <a:t> Real number</a:t>
            </a:r>
          </a:p>
          <a:p>
            <a:pPr marL="428625" indent="-428625" hangingPunct="1">
              <a:buFont typeface="Wingdings" panose="05000000000000000000" pitchFamily="2" charset="2"/>
              <a:buChar char="Ø"/>
            </a:pPr>
            <a:r>
              <a:rPr lang="en-ID" dirty="0"/>
              <a:t> Characters</a:t>
            </a:r>
          </a:p>
          <a:p>
            <a:pPr marL="428625" indent="-428625" hangingPunct="1">
              <a:buFont typeface="Wingdings" panose="05000000000000000000" pitchFamily="2" charset="2"/>
              <a:buChar char="Ø"/>
            </a:pPr>
            <a:r>
              <a:rPr lang="en-ID" dirty="0"/>
              <a:t> Boolean </a:t>
            </a:r>
          </a:p>
        </p:txBody>
      </p:sp>
    </p:spTree>
    <p:extLst>
      <p:ext uri="{BB962C8B-B14F-4D97-AF65-F5344CB8AC3E}">
        <p14:creationId xmlns:p14="http://schemas.microsoft.com/office/powerpoint/2010/main" val="32808187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C144509F-90D5-455A-B86D-D2BF5157B17F}"/>
              </a:ext>
            </a:extLst>
          </p:cNvPr>
          <p:cNvSpPr txBox="1">
            <a:spLocks/>
          </p:cNvSpPr>
          <p:nvPr/>
        </p:nvSpPr>
        <p:spPr bwMode="auto">
          <a:xfrm>
            <a:off x="1200150" y="571498"/>
            <a:ext cx="8229600" cy="620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ü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defTabSz="914400" eaLnBrk="0" fontAlgn="base">
              <a:spcBef>
                <a:spcPct val="0"/>
              </a:spcBef>
              <a:spcAft>
                <a:spcPct val="0"/>
              </a:spcAft>
              <a:buSzTx/>
              <a:buFontTx/>
              <a:buNone/>
            </a:pPr>
            <a:r>
              <a:rPr lang="en-US" altLang="en-US" sz="6000" kern="1200" dirty="0">
                <a:solidFill>
                  <a:srgbClr val="4F81BD"/>
                </a:solidFill>
                <a:ea typeface="+mn-ea"/>
                <a:cs typeface="Tahoma" panose="020B0604030504040204" pitchFamily="34" charset="0"/>
              </a:rPr>
              <a:t>Integer</a:t>
            </a:r>
            <a:endParaRPr lang="vi-VN" altLang="en-US" sz="6000" kern="1200" dirty="0">
              <a:solidFill>
                <a:srgbClr val="4F81BD"/>
              </a:solidFill>
              <a:ea typeface="+mn-ea"/>
              <a:cs typeface="Tahoma" panose="020B0604030504040204" pitchFamily="34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0150" y="2409824"/>
            <a:ext cx="22039797" cy="76866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885352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C144509F-90D5-455A-B86D-D2BF5157B17F}"/>
              </a:ext>
            </a:extLst>
          </p:cNvPr>
          <p:cNvSpPr txBox="1">
            <a:spLocks/>
          </p:cNvSpPr>
          <p:nvPr/>
        </p:nvSpPr>
        <p:spPr bwMode="auto">
          <a:xfrm>
            <a:off x="1200150" y="571498"/>
            <a:ext cx="8229600" cy="620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ü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defTabSz="914400" eaLnBrk="0" fontAlgn="base">
              <a:spcBef>
                <a:spcPct val="0"/>
              </a:spcBef>
              <a:spcAft>
                <a:spcPct val="0"/>
              </a:spcAft>
              <a:buSzTx/>
              <a:buFontTx/>
              <a:buNone/>
            </a:pPr>
            <a:r>
              <a:rPr lang="en-US" altLang="en-US" sz="6000" kern="1200" dirty="0">
                <a:solidFill>
                  <a:srgbClr val="4F81BD"/>
                </a:solidFill>
                <a:ea typeface="+mn-ea"/>
                <a:cs typeface="Tahoma" panose="020B0604030504040204" pitchFamily="34" charset="0"/>
              </a:rPr>
              <a:t>Example</a:t>
            </a:r>
            <a:endParaRPr lang="vi-VN" altLang="en-US" sz="6000" kern="1200" dirty="0">
              <a:solidFill>
                <a:srgbClr val="4F81BD"/>
              </a:solidFill>
              <a:ea typeface="+mn-ea"/>
              <a:cs typeface="Tahoma" panose="020B0604030504040204" pitchFamily="34" charset="0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72487" y="3123915"/>
            <a:ext cx="7129463" cy="3082286"/>
          </a:xfrm>
          <a:prstGeom prst="rect">
            <a:avLst/>
          </a:prstGeom>
        </p:spPr>
      </p:pic>
      <p:sp>
        <p:nvSpPr>
          <p:cNvPr id="7" name="Text Placeholder 1"/>
          <p:cNvSpPr txBox="1">
            <a:spLocks/>
          </p:cNvSpPr>
          <p:nvPr/>
        </p:nvSpPr>
        <p:spPr>
          <a:xfrm>
            <a:off x="1200150" y="2268365"/>
            <a:ext cx="16481424" cy="7875673"/>
          </a:xfrm>
          <a:prstGeom prst="rect">
            <a:avLst/>
          </a:prstGeom>
        </p:spPr>
        <p:txBody>
          <a:bodyPr>
            <a:normAutofit/>
          </a:bodyPr>
          <a:lstStyle>
            <a:lvl1pPr marL="611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1055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500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944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389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833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78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722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67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marL="428625" indent="-428625" hangingPunct="1">
              <a:buFont typeface="Wingdings" panose="05000000000000000000" pitchFamily="2" charset="2"/>
              <a:buChar char="Ø"/>
            </a:pPr>
            <a:r>
              <a:rPr lang="en-ID" dirty="0"/>
              <a:t> Ex: </a:t>
            </a:r>
          </a:p>
        </p:txBody>
      </p:sp>
    </p:spTree>
    <p:extLst>
      <p:ext uri="{BB962C8B-B14F-4D97-AF65-F5344CB8AC3E}">
        <p14:creationId xmlns:p14="http://schemas.microsoft.com/office/powerpoint/2010/main" val="242023083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C144509F-90D5-455A-B86D-D2BF5157B17F}"/>
              </a:ext>
            </a:extLst>
          </p:cNvPr>
          <p:cNvSpPr txBox="1">
            <a:spLocks/>
          </p:cNvSpPr>
          <p:nvPr/>
        </p:nvSpPr>
        <p:spPr bwMode="auto">
          <a:xfrm>
            <a:off x="1200150" y="571498"/>
            <a:ext cx="8229600" cy="620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ü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defTabSz="914400" eaLnBrk="0" fontAlgn="base">
              <a:spcBef>
                <a:spcPct val="0"/>
              </a:spcBef>
              <a:spcAft>
                <a:spcPct val="0"/>
              </a:spcAft>
              <a:buSzTx/>
              <a:buFontTx/>
              <a:buNone/>
            </a:pPr>
            <a:r>
              <a:rPr lang="en-US" altLang="en-US" sz="6000" kern="1200" dirty="0">
                <a:solidFill>
                  <a:srgbClr val="4F81BD"/>
                </a:solidFill>
                <a:ea typeface="+mn-ea"/>
                <a:cs typeface="Tahoma" panose="020B0604030504040204" pitchFamily="34" charset="0"/>
              </a:rPr>
              <a:t>Real Number</a:t>
            </a:r>
            <a:endParaRPr lang="vi-VN" altLang="en-US" sz="6000" kern="1200" dirty="0">
              <a:solidFill>
                <a:srgbClr val="4F81BD"/>
              </a:solidFill>
              <a:ea typeface="+mn-ea"/>
              <a:cs typeface="Tahoma" panose="020B0604030504040204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62150" y="3724274"/>
            <a:ext cx="20402550" cy="4200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840764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C144509F-90D5-455A-B86D-D2BF5157B17F}"/>
              </a:ext>
            </a:extLst>
          </p:cNvPr>
          <p:cNvSpPr txBox="1">
            <a:spLocks/>
          </p:cNvSpPr>
          <p:nvPr/>
        </p:nvSpPr>
        <p:spPr bwMode="auto">
          <a:xfrm>
            <a:off x="1200150" y="571498"/>
            <a:ext cx="8229600" cy="620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ü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defTabSz="914400" eaLnBrk="0" fontAlgn="base">
              <a:spcBef>
                <a:spcPct val="0"/>
              </a:spcBef>
              <a:spcAft>
                <a:spcPct val="0"/>
              </a:spcAft>
              <a:buSzTx/>
              <a:buFontTx/>
              <a:buNone/>
            </a:pPr>
            <a:r>
              <a:rPr lang="en-US" altLang="en-US" sz="6000" kern="1200" dirty="0">
                <a:solidFill>
                  <a:srgbClr val="4F81BD"/>
                </a:solidFill>
                <a:ea typeface="+mn-ea"/>
                <a:cs typeface="Tahoma" panose="020B0604030504040204" pitchFamily="34" charset="0"/>
              </a:rPr>
              <a:t>Characters</a:t>
            </a:r>
            <a:endParaRPr lang="vi-VN" altLang="en-US" sz="6000" kern="1200" dirty="0">
              <a:solidFill>
                <a:srgbClr val="4F81BD"/>
              </a:solidFill>
              <a:ea typeface="+mn-ea"/>
              <a:cs typeface="Tahoma" panose="020B0604030504040204" pitchFamily="34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52724" y="3552825"/>
            <a:ext cx="19473863" cy="2686050"/>
          </a:xfrm>
          <a:prstGeom prst="rect">
            <a:avLst/>
          </a:prstGeom>
        </p:spPr>
      </p:pic>
      <p:sp>
        <p:nvSpPr>
          <p:cNvPr id="5" name="Text Placeholder 1"/>
          <p:cNvSpPr txBox="1">
            <a:spLocks/>
          </p:cNvSpPr>
          <p:nvPr/>
        </p:nvSpPr>
        <p:spPr>
          <a:xfrm>
            <a:off x="1857376" y="2335127"/>
            <a:ext cx="16481424" cy="1074824"/>
          </a:xfrm>
          <a:prstGeom prst="rect">
            <a:avLst/>
          </a:prstGeom>
        </p:spPr>
        <p:txBody>
          <a:bodyPr>
            <a:normAutofit/>
          </a:bodyPr>
          <a:lstStyle>
            <a:lvl1pPr marL="611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1055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500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944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389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833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78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722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67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marL="428625" indent="-428625" hangingPunct="1">
              <a:buFont typeface="Wingdings" panose="05000000000000000000" pitchFamily="2" charset="2"/>
              <a:buChar char="Ø"/>
            </a:pPr>
            <a:r>
              <a:rPr lang="en-ID" dirty="0"/>
              <a:t> Char</a:t>
            </a:r>
          </a:p>
        </p:txBody>
      </p:sp>
      <p:sp>
        <p:nvSpPr>
          <p:cNvPr id="6" name="Text Placeholder 1"/>
          <p:cNvSpPr txBox="1">
            <a:spLocks/>
          </p:cNvSpPr>
          <p:nvPr/>
        </p:nvSpPr>
        <p:spPr>
          <a:xfrm>
            <a:off x="1857376" y="7345277"/>
            <a:ext cx="16481424" cy="1074824"/>
          </a:xfrm>
          <a:prstGeom prst="rect">
            <a:avLst/>
          </a:prstGeom>
        </p:spPr>
        <p:txBody>
          <a:bodyPr>
            <a:normAutofit/>
          </a:bodyPr>
          <a:lstStyle>
            <a:lvl1pPr marL="611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1055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500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944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389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833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78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722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67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marL="428625" indent="-428625" hangingPunct="1">
              <a:buFont typeface="Wingdings" panose="05000000000000000000" pitchFamily="2" charset="2"/>
              <a:buChar char="Ø"/>
            </a:pPr>
            <a:r>
              <a:rPr lang="en-ID" dirty="0"/>
              <a:t> String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20124" y="8459704"/>
            <a:ext cx="6677026" cy="18786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356204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C144509F-90D5-455A-B86D-D2BF5157B17F}"/>
              </a:ext>
            </a:extLst>
          </p:cNvPr>
          <p:cNvSpPr txBox="1">
            <a:spLocks/>
          </p:cNvSpPr>
          <p:nvPr/>
        </p:nvSpPr>
        <p:spPr bwMode="auto">
          <a:xfrm>
            <a:off x="1200150" y="571498"/>
            <a:ext cx="8229600" cy="620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ü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defTabSz="914400" eaLnBrk="0" fontAlgn="base">
              <a:spcBef>
                <a:spcPct val="0"/>
              </a:spcBef>
              <a:spcAft>
                <a:spcPct val="0"/>
              </a:spcAft>
              <a:buSzTx/>
              <a:buFontTx/>
              <a:buNone/>
            </a:pPr>
            <a:r>
              <a:rPr lang="en-US" altLang="en-US" sz="6000" kern="1200" dirty="0">
                <a:solidFill>
                  <a:srgbClr val="4F81BD"/>
                </a:solidFill>
                <a:ea typeface="+mn-ea"/>
                <a:cs typeface="Tahoma" panose="020B0604030504040204" pitchFamily="34" charset="0"/>
              </a:rPr>
              <a:t>Logic</a:t>
            </a:r>
            <a:endParaRPr lang="vi-VN" altLang="en-US" sz="6000" kern="1200" dirty="0">
              <a:solidFill>
                <a:srgbClr val="4F81BD"/>
              </a:solidFill>
              <a:ea typeface="+mn-ea"/>
              <a:cs typeface="Tahoma" panose="020B0604030504040204" pitchFamily="34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47937" y="3286124"/>
            <a:ext cx="19402826" cy="3152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072211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C144509F-90D5-455A-B86D-D2BF5157B17F}"/>
              </a:ext>
            </a:extLst>
          </p:cNvPr>
          <p:cNvSpPr txBox="1">
            <a:spLocks/>
          </p:cNvSpPr>
          <p:nvPr/>
        </p:nvSpPr>
        <p:spPr bwMode="auto">
          <a:xfrm>
            <a:off x="1200150" y="571498"/>
            <a:ext cx="8229600" cy="620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ü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defTabSz="914400" eaLnBrk="0" fontAlgn="base">
              <a:spcBef>
                <a:spcPct val="0"/>
              </a:spcBef>
              <a:spcAft>
                <a:spcPct val="0"/>
              </a:spcAft>
              <a:buSzTx/>
              <a:buFontTx/>
              <a:buNone/>
            </a:pPr>
            <a:r>
              <a:rPr lang="en-US" altLang="en-US" sz="6000" kern="1200" dirty="0">
                <a:solidFill>
                  <a:srgbClr val="4F81BD"/>
                </a:solidFill>
                <a:ea typeface="+mn-ea"/>
                <a:cs typeface="Tahoma" panose="020B0604030504040204" pitchFamily="34" charset="0"/>
              </a:rPr>
              <a:t>Date</a:t>
            </a:r>
            <a:endParaRPr lang="vi-VN" altLang="en-US" sz="6000" kern="1200" dirty="0">
              <a:solidFill>
                <a:srgbClr val="4F81BD"/>
              </a:solidFill>
              <a:ea typeface="+mn-ea"/>
              <a:cs typeface="Tahoma" panose="020B0604030504040204" pitchFamily="34" charset="0"/>
            </a:endParaRPr>
          </a:p>
        </p:txBody>
      </p:sp>
      <p:sp>
        <p:nvSpPr>
          <p:cNvPr id="5" name="Text Placeholder 1"/>
          <p:cNvSpPr txBox="1">
            <a:spLocks/>
          </p:cNvSpPr>
          <p:nvPr/>
        </p:nvSpPr>
        <p:spPr>
          <a:xfrm>
            <a:off x="1857376" y="2335126"/>
            <a:ext cx="16481424" cy="6866024"/>
          </a:xfrm>
          <a:prstGeom prst="rect">
            <a:avLst/>
          </a:prstGeom>
        </p:spPr>
        <p:txBody>
          <a:bodyPr>
            <a:normAutofit/>
          </a:bodyPr>
          <a:lstStyle>
            <a:lvl1pPr marL="611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1055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500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944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389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833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78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722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67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marL="428625" indent="-428625" hangingPunct="1">
              <a:buFont typeface="Wingdings" panose="05000000000000000000" pitchFamily="2" charset="2"/>
              <a:buChar char="Ø"/>
            </a:pPr>
            <a:r>
              <a:rPr lang="en-ID" dirty="0"/>
              <a:t> Date</a:t>
            </a:r>
          </a:p>
          <a:p>
            <a:pPr marL="428625" indent="-428625" hangingPunct="1">
              <a:buFont typeface="Wingdings" panose="05000000000000000000" pitchFamily="2" charset="2"/>
              <a:buChar char="Ø"/>
            </a:pPr>
            <a:r>
              <a:rPr lang="en-ID" dirty="0"/>
              <a:t> </a:t>
            </a:r>
            <a:r>
              <a:rPr lang="en-ID" dirty="0" err="1"/>
              <a:t>LocalTime</a:t>
            </a:r>
            <a:endParaRPr lang="en-ID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39462" y="2335126"/>
            <a:ext cx="4929188" cy="9202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233084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C144509F-90D5-455A-B86D-D2BF5157B17F}"/>
              </a:ext>
            </a:extLst>
          </p:cNvPr>
          <p:cNvSpPr txBox="1">
            <a:spLocks/>
          </p:cNvSpPr>
          <p:nvPr/>
        </p:nvSpPr>
        <p:spPr bwMode="auto">
          <a:xfrm>
            <a:off x="1200150" y="571498"/>
            <a:ext cx="8229600" cy="620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ü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defTabSz="914400" eaLnBrk="0" fontAlgn="base">
              <a:spcBef>
                <a:spcPct val="0"/>
              </a:spcBef>
              <a:spcAft>
                <a:spcPct val="0"/>
              </a:spcAft>
              <a:buSzTx/>
              <a:buFontTx/>
              <a:buNone/>
            </a:pPr>
            <a:r>
              <a:rPr lang="en-US" altLang="en-US" sz="6000" kern="1200" dirty="0" err="1">
                <a:solidFill>
                  <a:srgbClr val="4F81BD"/>
                </a:solidFill>
                <a:ea typeface="+mn-ea"/>
                <a:cs typeface="Tahoma" panose="020B0604030504040204" pitchFamily="34" charset="0"/>
              </a:rPr>
              <a:t>Enum</a:t>
            </a:r>
            <a:endParaRPr lang="vi-VN" altLang="en-US" sz="6000" kern="1200" dirty="0">
              <a:solidFill>
                <a:srgbClr val="4F81BD"/>
              </a:solidFill>
              <a:ea typeface="+mn-ea"/>
              <a:cs typeface="Tahoma" panose="020B0604030504040204" pitchFamily="34" charset="0"/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43150" y="2652804"/>
            <a:ext cx="6714772" cy="2943163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58562" y="2652803"/>
            <a:ext cx="5348288" cy="74726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548401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C144509F-90D5-455A-B86D-D2BF5157B17F}"/>
              </a:ext>
            </a:extLst>
          </p:cNvPr>
          <p:cNvSpPr txBox="1">
            <a:spLocks/>
          </p:cNvSpPr>
          <p:nvPr/>
        </p:nvSpPr>
        <p:spPr bwMode="auto">
          <a:xfrm>
            <a:off x="1200150" y="571498"/>
            <a:ext cx="8229600" cy="620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ü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defTabSz="914400" eaLnBrk="0" fontAlgn="base">
              <a:spcBef>
                <a:spcPct val="0"/>
              </a:spcBef>
              <a:spcAft>
                <a:spcPct val="0"/>
              </a:spcAft>
              <a:buSzTx/>
              <a:buFontTx/>
              <a:buNone/>
            </a:pPr>
            <a:r>
              <a:rPr lang="en-US" altLang="en-US" sz="6000" kern="1200" dirty="0">
                <a:solidFill>
                  <a:srgbClr val="4F81BD"/>
                </a:solidFill>
                <a:ea typeface="+mn-ea"/>
                <a:cs typeface="Tahoma" panose="020B0604030504040204" pitchFamily="34" charset="0"/>
              </a:rPr>
              <a:t>Array</a:t>
            </a:r>
            <a:endParaRPr lang="vi-VN" altLang="en-US" sz="6000" kern="1200" dirty="0">
              <a:solidFill>
                <a:srgbClr val="4F81BD"/>
              </a:solidFill>
              <a:ea typeface="+mn-ea"/>
              <a:cs typeface="Tahoma" panose="020B0604030504040204" pitchFamily="34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12231" y="3247225"/>
            <a:ext cx="5405438" cy="1047750"/>
          </a:xfrm>
          <a:prstGeom prst="rect">
            <a:avLst/>
          </a:prstGeom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30390" y="6134100"/>
            <a:ext cx="4342760" cy="6052628"/>
          </a:xfrm>
          <a:prstGeom prst="rect">
            <a:avLst/>
          </a:prstGeom>
        </p:spPr>
      </p:pic>
      <p:sp>
        <p:nvSpPr>
          <p:cNvPr id="7" name="Text Placeholder 1"/>
          <p:cNvSpPr txBox="1">
            <a:spLocks/>
          </p:cNvSpPr>
          <p:nvPr/>
        </p:nvSpPr>
        <p:spPr>
          <a:xfrm>
            <a:off x="1857376" y="2335126"/>
            <a:ext cx="16481424" cy="6866024"/>
          </a:xfrm>
          <a:prstGeom prst="rect">
            <a:avLst/>
          </a:prstGeom>
        </p:spPr>
        <p:txBody>
          <a:bodyPr>
            <a:normAutofit/>
          </a:bodyPr>
          <a:lstStyle>
            <a:lvl1pPr marL="611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1055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500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944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389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833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78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722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67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marL="428625" indent="-428625" hangingPunct="1">
              <a:buFont typeface="Wingdings" panose="05000000000000000000" pitchFamily="2" charset="2"/>
              <a:buChar char="Ø"/>
            </a:pPr>
            <a:r>
              <a:rPr lang="en-ID" dirty="0"/>
              <a:t> </a:t>
            </a:r>
            <a:r>
              <a:rPr lang="en-ID" dirty="0" err="1"/>
              <a:t>Init</a:t>
            </a:r>
            <a:endParaRPr lang="en-ID" dirty="0"/>
          </a:p>
          <a:p>
            <a:pPr marL="428625" indent="-428625" hangingPunct="1">
              <a:buFont typeface="Wingdings" panose="05000000000000000000" pitchFamily="2" charset="2"/>
              <a:buChar char="Ø"/>
            </a:pPr>
            <a:endParaRPr lang="en-ID" dirty="0"/>
          </a:p>
          <a:p>
            <a:pPr marL="428625" indent="-428625" hangingPunct="1">
              <a:buFont typeface="Wingdings" panose="05000000000000000000" pitchFamily="2" charset="2"/>
              <a:buChar char="Ø"/>
            </a:pPr>
            <a:r>
              <a:rPr lang="en-ID" dirty="0"/>
              <a:t> EX:</a:t>
            </a:r>
          </a:p>
        </p:txBody>
      </p:sp>
    </p:spTree>
    <p:extLst>
      <p:ext uri="{BB962C8B-B14F-4D97-AF65-F5344CB8AC3E}">
        <p14:creationId xmlns:p14="http://schemas.microsoft.com/office/powerpoint/2010/main" val="217835616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C144509F-90D5-455A-B86D-D2BF5157B17F}"/>
              </a:ext>
            </a:extLst>
          </p:cNvPr>
          <p:cNvSpPr txBox="1">
            <a:spLocks/>
          </p:cNvSpPr>
          <p:nvPr/>
        </p:nvSpPr>
        <p:spPr bwMode="auto">
          <a:xfrm>
            <a:off x="1200150" y="571498"/>
            <a:ext cx="8229600" cy="620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ü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defTabSz="914400" eaLnBrk="0" fontAlgn="base">
              <a:spcBef>
                <a:spcPct val="0"/>
              </a:spcBef>
              <a:spcAft>
                <a:spcPct val="0"/>
              </a:spcAft>
              <a:buSzTx/>
              <a:buFontTx/>
              <a:buNone/>
            </a:pPr>
            <a:r>
              <a:rPr lang="en-US" altLang="en-US" sz="6000" kern="1200" dirty="0">
                <a:solidFill>
                  <a:srgbClr val="4F81BD"/>
                </a:solidFill>
                <a:ea typeface="+mn-ea"/>
                <a:cs typeface="Tahoma" panose="020B0604030504040204" pitchFamily="34" charset="0"/>
              </a:rPr>
              <a:t>Naming rules</a:t>
            </a:r>
            <a:endParaRPr lang="vi-VN" altLang="en-US" sz="6000" kern="1200" dirty="0">
              <a:solidFill>
                <a:srgbClr val="4F81BD"/>
              </a:solidFill>
              <a:ea typeface="+mn-ea"/>
              <a:cs typeface="Tahoma" panose="020B0604030504040204" pitchFamily="34" charset="0"/>
            </a:endParaRPr>
          </a:p>
        </p:txBody>
      </p:sp>
      <p:sp>
        <p:nvSpPr>
          <p:cNvPr id="4" name="Text Placeholder 1"/>
          <p:cNvSpPr txBox="1">
            <a:spLocks/>
          </p:cNvSpPr>
          <p:nvPr/>
        </p:nvSpPr>
        <p:spPr>
          <a:xfrm>
            <a:off x="1857376" y="2335126"/>
            <a:ext cx="16481424" cy="6446923"/>
          </a:xfrm>
          <a:prstGeom prst="rect">
            <a:avLst/>
          </a:prstGeom>
        </p:spPr>
        <p:txBody>
          <a:bodyPr>
            <a:normAutofit/>
          </a:bodyPr>
          <a:lstStyle>
            <a:lvl1pPr marL="611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1055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500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944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389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833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78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722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67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marL="428625" indent="-428625" hangingPunct="1">
              <a:buFont typeface="Wingdings" panose="05000000000000000000" pitchFamily="2" charset="2"/>
              <a:buChar char="Ø"/>
            </a:pPr>
            <a:r>
              <a:rPr lang="en-ID" dirty="0"/>
              <a:t> Property is noun</a:t>
            </a:r>
          </a:p>
          <a:p>
            <a:pPr marL="428625" indent="-428625" hangingPunct="1">
              <a:buFont typeface="Wingdings" panose="05000000000000000000" pitchFamily="2" charset="2"/>
              <a:buChar char="Ø"/>
            </a:pPr>
            <a:r>
              <a:rPr lang="en-ID" dirty="0"/>
              <a:t> Capitalize each character of the word except the first word</a:t>
            </a:r>
          </a:p>
          <a:p>
            <a:pPr marL="428625" indent="-428625" hangingPunct="1">
              <a:buFont typeface="Wingdings" panose="05000000000000000000" pitchFamily="2" charset="2"/>
              <a:buChar char="Ø"/>
            </a:pPr>
            <a:r>
              <a:rPr lang="en-ID" dirty="0"/>
              <a:t> </a:t>
            </a:r>
            <a:r>
              <a:rPr lang="en-US" dirty="0"/>
              <a:t>The </a:t>
            </a:r>
            <a:r>
              <a:rPr lang="en-US" dirty="0" err="1"/>
              <a:t>boolean</a:t>
            </a:r>
            <a:r>
              <a:rPr lang="en-US" dirty="0"/>
              <a:t> data type has the first character is "is" character</a:t>
            </a:r>
          </a:p>
          <a:p>
            <a:pPr marL="428625" indent="-428625" hangingPunct="1">
              <a:buFont typeface="Wingdings" panose="05000000000000000000" pitchFamily="2" charset="2"/>
              <a:buChar char="Ø"/>
            </a:pPr>
            <a:r>
              <a:rPr lang="en-US" dirty="0"/>
              <a:t> </a:t>
            </a:r>
            <a:r>
              <a:rPr lang="en-US" dirty="0" err="1"/>
              <a:t>Enum</a:t>
            </a:r>
            <a:r>
              <a:rPr lang="en-US" dirty="0"/>
              <a:t>: </a:t>
            </a:r>
            <a:r>
              <a:rPr lang="en-ID" dirty="0"/>
              <a:t>Capitalize all characters</a:t>
            </a:r>
          </a:p>
          <a:p>
            <a:pPr marL="428625" indent="-428625" hangingPunct="1">
              <a:buFont typeface="Wingdings" panose="05000000000000000000" pitchFamily="2" charset="2"/>
              <a:buChar char="Ø"/>
            </a:pPr>
            <a:endParaRPr lang="en-ID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129250" y="2335126"/>
            <a:ext cx="5571906" cy="78756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848136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C144509F-90D5-455A-B86D-D2BF5157B17F}"/>
              </a:ext>
            </a:extLst>
          </p:cNvPr>
          <p:cNvSpPr txBox="1">
            <a:spLocks/>
          </p:cNvSpPr>
          <p:nvPr/>
        </p:nvSpPr>
        <p:spPr bwMode="auto">
          <a:xfrm>
            <a:off x="1200150" y="571498"/>
            <a:ext cx="8229600" cy="620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ü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defTabSz="914400" eaLnBrk="0" fontAlgn="base">
              <a:spcBef>
                <a:spcPct val="0"/>
              </a:spcBef>
              <a:spcAft>
                <a:spcPct val="0"/>
              </a:spcAft>
              <a:buSzTx/>
              <a:buFontTx/>
              <a:buNone/>
            </a:pPr>
            <a:r>
              <a:rPr lang="en-US" altLang="en-US" sz="6000" kern="1200" dirty="0">
                <a:solidFill>
                  <a:srgbClr val="4F81BD"/>
                </a:solidFill>
                <a:ea typeface="+mn-ea"/>
                <a:cs typeface="Tahoma" panose="020B0604030504040204" pitchFamily="34" charset="0"/>
              </a:rPr>
              <a:t>Object</a:t>
            </a:r>
            <a:endParaRPr lang="vi-VN" altLang="en-US" sz="6000" kern="1200" dirty="0">
              <a:solidFill>
                <a:srgbClr val="4F81BD"/>
              </a:solidFill>
              <a:ea typeface="+mn-ea"/>
              <a:cs typeface="Tahoma" panose="020B0604030504040204" pitchFamily="34" charset="0"/>
            </a:endParaRPr>
          </a:p>
        </p:txBody>
      </p:sp>
      <p:sp>
        <p:nvSpPr>
          <p:cNvPr id="4" name="Text Placeholder 1"/>
          <p:cNvSpPr txBox="1">
            <a:spLocks/>
          </p:cNvSpPr>
          <p:nvPr/>
        </p:nvSpPr>
        <p:spPr>
          <a:xfrm>
            <a:off x="1857376" y="2335126"/>
            <a:ext cx="16481424" cy="6446923"/>
          </a:xfrm>
          <a:prstGeom prst="rect">
            <a:avLst/>
          </a:prstGeom>
        </p:spPr>
        <p:txBody>
          <a:bodyPr>
            <a:normAutofit/>
          </a:bodyPr>
          <a:lstStyle>
            <a:lvl1pPr marL="611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1055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500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944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389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833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78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722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67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marL="428625" indent="-428625" hangingPunct="1">
              <a:buFont typeface="Wingdings" panose="05000000000000000000" pitchFamily="2" charset="2"/>
              <a:buChar char="Ø"/>
            </a:pPr>
            <a:r>
              <a:rPr lang="en-ID" dirty="0"/>
              <a:t> </a:t>
            </a:r>
            <a:r>
              <a:rPr lang="en-US" dirty="0"/>
              <a:t>Property</a:t>
            </a:r>
          </a:p>
          <a:p>
            <a:pPr marL="428625" indent="-428625" hangingPunct="1">
              <a:buFont typeface="Wingdings" panose="05000000000000000000" pitchFamily="2" charset="2"/>
              <a:buChar char="Ø"/>
            </a:pPr>
            <a:r>
              <a:rPr lang="en-US" dirty="0"/>
              <a:t> Method</a:t>
            </a:r>
            <a:endParaRPr lang="en-ID" dirty="0"/>
          </a:p>
          <a:p>
            <a:pPr marL="428625" indent="-428625" hangingPunct="1">
              <a:buFont typeface="Wingdings" panose="05000000000000000000" pitchFamily="2" charset="2"/>
              <a:buChar char="Ø"/>
            </a:pPr>
            <a:endParaRPr lang="en-ID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45503" y="1762015"/>
            <a:ext cx="9404447" cy="107229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015003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C144509F-90D5-455A-B86D-D2BF5157B17F}"/>
              </a:ext>
            </a:extLst>
          </p:cNvPr>
          <p:cNvSpPr txBox="1">
            <a:spLocks/>
          </p:cNvSpPr>
          <p:nvPr/>
        </p:nvSpPr>
        <p:spPr bwMode="auto">
          <a:xfrm>
            <a:off x="1200150" y="571498"/>
            <a:ext cx="8229600" cy="620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ü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defTabSz="914400" eaLnBrk="0" fontAlgn="base">
              <a:spcBef>
                <a:spcPct val="0"/>
              </a:spcBef>
              <a:spcAft>
                <a:spcPct val="0"/>
              </a:spcAft>
              <a:buSzTx/>
              <a:buFontTx/>
              <a:buNone/>
            </a:pPr>
            <a:r>
              <a:rPr lang="en-US" altLang="en-US" sz="6000" kern="1200" dirty="0" err="1">
                <a:solidFill>
                  <a:srgbClr val="4F81BD"/>
                </a:solidFill>
                <a:ea typeface="+mn-ea"/>
                <a:cs typeface="Tahoma" panose="020B0604030504040204" pitchFamily="34" charset="0"/>
              </a:rPr>
              <a:t>Init</a:t>
            </a:r>
            <a:r>
              <a:rPr lang="en-US" altLang="en-US" sz="6000" kern="1200" dirty="0">
                <a:solidFill>
                  <a:srgbClr val="4F81BD"/>
                </a:solidFill>
                <a:ea typeface="+mn-ea"/>
                <a:cs typeface="Tahoma" panose="020B0604030504040204" pitchFamily="34" charset="0"/>
              </a:rPr>
              <a:t> Object</a:t>
            </a:r>
            <a:endParaRPr lang="vi-VN" altLang="en-US" sz="6000" kern="1200" dirty="0">
              <a:solidFill>
                <a:srgbClr val="4F81BD"/>
              </a:solidFill>
              <a:ea typeface="+mn-ea"/>
              <a:cs typeface="Tahoma" panose="020B0604030504040204" pitchFamily="34" charset="0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17550" y="2562877"/>
            <a:ext cx="4283184" cy="1831102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117550" y="4817761"/>
            <a:ext cx="3128958" cy="1646820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228784" y="7000555"/>
            <a:ext cx="3467100" cy="2228850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820813" y="7000554"/>
            <a:ext cx="3389489" cy="1241571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61376" y="1635610"/>
            <a:ext cx="9535834" cy="108277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997307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C144509F-90D5-455A-B86D-D2BF5157B17F}"/>
              </a:ext>
            </a:extLst>
          </p:cNvPr>
          <p:cNvSpPr txBox="1">
            <a:spLocks/>
          </p:cNvSpPr>
          <p:nvPr/>
        </p:nvSpPr>
        <p:spPr bwMode="auto">
          <a:xfrm>
            <a:off x="1200150" y="571498"/>
            <a:ext cx="8229600" cy="620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ü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defTabSz="914400" eaLnBrk="0" fontAlgn="base">
              <a:spcBef>
                <a:spcPct val="0"/>
              </a:spcBef>
              <a:spcAft>
                <a:spcPct val="0"/>
              </a:spcAft>
              <a:buSzTx/>
              <a:buFontTx/>
              <a:buNone/>
            </a:pPr>
            <a:r>
              <a:rPr lang="en-US" altLang="en-US" sz="6000" kern="1200" dirty="0">
                <a:solidFill>
                  <a:srgbClr val="4F81BD"/>
                </a:solidFill>
                <a:ea typeface="+mn-ea"/>
                <a:cs typeface="Tahoma" panose="020B0604030504040204" pitchFamily="34" charset="0"/>
              </a:rPr>
              <a:t>Print value</a:t>
            </a:r>
            <a:endParaRPr lang="vi-VN" altLang="en-US" sz="6000" kern="1200" dirty="0">
              <a:solidFill>
                <a:srgbClr val="4F81BD"/>
              </a:solidFill>
              <a:ea typeface="+mn-ea"/>
              <a:cs typeface="Tahoma" panose="020B0604030504040204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5154" y="3125548"/>
            <a:ext cx="12036023" cy="6895274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991572" y="3464118"/>
            <a:ext cx="7214782" cy="55498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515452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8898777" y="13198291"/>
            <a:ext cx="6688049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2200" b="0" dirty="0">
                <a:solidFill>
                  <a:schemeClr val="tx1"/>
                </a:solidFill>
                <a:latin typeface="Meiryo" charset="-128"/>
                <a:ea typeface="Meiryo" charset="-128"/>
                <a:cs typeface="Meiryo" charset="-128"/>
              </a:rPr>
              <a:t>Copyright </a:t>
            </a:r>
            <a:r>
              <a:rPr lang="en-GB" sz="2200" b="0" i="1" dirty="0">
                <a:solidFill>
                  <a:schemeClr val="tx1"/>
                </a:solidFill>
                <a:latin typeface="Meiryo" charset="-128"/>
                <a:ea typeface="Meiryo" charset="-128"/>
                <a:cs typeface="Meiryo" charset="-128"/>
              </a:rPr>
              <a:t>© </a:t>
            </a:r>
            <a:r>
              <a:rPr lang="en-GB" sz="2200" b="0" dirty="0">
                <a:solidFill>
                  <a:schemeClr val="tx1"/>
                </a:solidFill>
                <a:latin typeface="Meiryo" charset="-128"/>
                <a:ea typeface="Meiryo" charset="-128"/>
                <a:cs typeface="Meiryo" charset="-128"/>
              </a:rPr>
              <a:t>VTI Academy All Rights Reserved 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E3CDD7E-E173-4A74-9533-427DE02233F9}"/>
              </a:ext>
            </a:extLst>
          </p:cNvPr>
          <p:cNvSpPr/>
          <p:nvPr/>
        </p:nvSpPr>
        <p:spPr>
          <a:xfrm>
            <a:off x="7195160" y="5450175"/>
            <a:ext cx="10095282" cy="144655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8800" b="0" cap="none" spc="0" dirty="0">
                <a:ln w="0"/>
                <a:solidFill>
                  <a:schemeClr val="accent1">
                    <a:lumMod val="5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Q &amp; A</a:t>
            </a:r>
          </a:p>
        </p:txBody>
      </p:sp>
    </p:spTree>
    <p:extLst>
      <p:ext uri="{BB962C8B-B14F-4D97-AF65-F5344CB8AC3E}">
        <p14:creationId xmlns:p14="http://schemas.microsoft.com/office/powerpoint/2010/main" val="582079886"/>
      </p:ext>
    </p:extLst>
  </p:cSld>
  <p:clrMapOvr>
    <a:masterClrMapping/>
  </p:clrMapOvr>
</p:sld>
</file>

<file path=ppt/theme/theme1.xml><?xml version="1.0" encoding="utf-8"?>
<a:theme xmlns:a="http://schemas.openxmlformats.org/drawingml/2006/main" name="White">
  <a:themeElements>
    <a:clrScheme name="White">
      <a:dk1>
        <a:srgbClr val="000000"/>
      </a:dk1>
      <a:lt1>
        <a:srgbClr val="FFFFFF"/>
      </a:lt1>
      <a:dk2>
        <a:srgbClr val="5E5E5E"/>
      </a:dk2>
      <a:lt2>
        <a:srgbClr val="D6D5D5"/>
      </a:lt2>
      <a:accent1>
        <a:srgbClr val="00A2FF"/>
      </a:accent1>
      <a:accent2>
        <a:srgbClr val="16E7CF"/>
      </a:accent2>
      <a:accent3>
        <a:srgbClr val="61D836"/>
      </a:accent3>
      <a:accent4>
        <a:srgbClr val="FAE232"/>
      </a:accent4>
      <a:accent5>
        <a:srgbClr val="FF644E"/>
      </a:accent5>
      <a:accent6>
        <a:srgbClr val="EF5FA7"/>
      </a:accent6>
      <a:hlink>
        <a:srgbClr val="0000FF"/>
      </a:hlink>
      <a:folHlink>
        <a:srgbClr val="FF00FF"/>
      </a:folHlink>
    </a:clrScheme>
    <a:fontScheme name="White">
      <a:majorFont>
        <a:latin typeface="Helvetica Neue Medium"/>
        <a:ea typeface="Helvetica Neue Medium"/>
        <a:cs typeface="Helvetica Neue Medium"/>
      </a:majorFont>
      <a:minorFont>
        <a:latin typeface="Helvetica Neue Medium"/>
        <a:ea typeface="Helvetica Neue Medium"/>
        <a:cs typeface="Helvetica Neue Medium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71437" tIns="71437" rIns="71437" bIns="71437" numCol="1" spcCol="38100" rtlCol="0" anchor="ctr">
        <a:spAutoFit/>
      </a:bodyPr>
      <a:lstStyle>
        <a:defPPr marL="0" marR="0" indent="0" algn="ctr" defTabSz="821531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0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71437" tIns="71437" rIns="71437" bIns="71437" numCol="1" spcCol="38100" rtlCol="0" anchor="ctr">
        <a:spAutoFit/>
      </a:bodyPr>
      <a:lstStyle>
        <a:defPPr marL="0" marR="0" indent="0" algn="ctr" defTabSz="821531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1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Helvetica Neue"/>
            <a:ea typeface="Helvetica Neue"/>
            <a:cs typeface="Helvetica Neue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White">
  <a:themeElements>
    <a:clrScheme name="White">
      <a:dk1>
        <a:srgbClr val="000000"/>
      </a:dk1>
      <a:lt1>
        <a:srgbClr val="FFFFFF"/>
      </a:lt1>
      <a:dk2>
        <a:srgbClr val="5E5E5E"/>
      </a:dk2>
      <a:lt2>
        <a:srgbClr val="D6D5D5"/>
      </a:lt2>
      <a:accent1>
        <a:srgbClr val="00A2FF"/>
      </a:accent1>
      <a:accent2>
        <a:srgbClr val="16E7CF"/>
      </a:accent2>
      <a:accent3>
        <a:srgbClr val="61D836"/>
      </a:accent3>
      <a:accent4>
        <a:srgbClr val="FAE232"/>
      </a:accent4>
      <a:accent5>
        <a:srgbClr val="FF644E"/>
      </a:accent5>
      <a:accent6>
        <a:srgbClr val="EF5FA7"/>
      </a:accent6>
      <a:hlink>
        <a:srgbClr val="0000FF"/>
      </a:hlink>
      <a:folHlink>
        <a:srgbClr val="FF00FF"/>
      </a:folHlink>
    </a:clrScheme>
    <a:fontScheme name="White">
      <a:majorFont>
        <a:latin typeface="Helvetica Neue Medium"/>
        <a:ea typeface="Helvetica Neue Medium"/>
        <a:cs typeface="Helvetica Neue Medium"/>
      </a:majorFont>
      <a:minorFont>
        <a:latin typeface="Helvetica Neue Medium"/>
        <a:ea typeface="Helvetica Neue Medium"/>
        <a:cs typeface="Helvetica Neue Medium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71437" tIns="71437" rIns="71437" bIns="71437" numCol="1" spcCol="38100" rtlCol="0" anchor="ctr">
        <a:spAutoFit/>
      </a:bodyPr>
      <a:lstStyle>
        <a:defPPr marL="0" marR="0" indent="0" algn="ctr" defTabSz="821531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0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71437" tIns="71437" rIns="71437" bIns="71437" numCol="1" spcCol="38100" rtlCol="0" anchor="ctr">
        <a:spAutoFit/>
      </a:bodyPr>
      <a:lstStyle>
        <a:defPPr marL="0" marR="0" indent="0" algn="ctr" defTabSz="821531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1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Helvetica Neue"/>
            <a:ea typeface="Helvetica Neue"/>
            <a:cs typeface="Helvetica Neue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20897</TotalTime>
  <Words>143</Words>
  <Application>Microsoft Office PowerPoint</Application>
  <PresentationFormat>Custom</PresentationFormat>
  <Paragraphs>56</Paragraphs>
  <Slides>20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8" baseType="lpstr">
      <vt:lpstr>Meiryo</vt:lpstr>
      <vt:lpstr>Arial (Body)</vt:lpstr>
      <vt:lpstr>Calibri</vt:lpstr>
      <vt:lpstr>Helvetica Neue</vt:lpstr>
      <vt:lpstr>Helvetica Neue Light</vt:lpstr>
      <vt:lpstr>Helvetica Neue Medium</vt:lpstr>
      <vt:lpstr>Wingdings</vt:lpstr>
      <vt:lpstr>White</vt:lpstr>
      <vt:lpstr>PowerPoint Presentation</vt:lpstr>
      <vt:lpstr>Agenda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Nguyen Anh Quan (VTI.GA)</dc:creator>
  <cp:keywords/>
  <dc:description/>
  <cp:lastModifiedBy>Nguyen Dao</cp:lastModifiedBy>
  <cp:revision>1520</cp:revision>
  <cp:lastPrinted>2019-09-17T11:00:25Z</cp:lastPrinted>
  <dcterms:modified xsi:type="dcterms:W3CDTF">2024-01-15T01:30:39Z</dcterms:modified>
  <cp:category/>
</cp:coreProperties>
</file>