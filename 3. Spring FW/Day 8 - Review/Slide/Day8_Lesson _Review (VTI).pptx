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2"/>
    <p:sldId id="419" r:id="rId3"/>
    <p:sldId id="420" r:id="rId4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82" autoAdjust="0"/>
    <p:restoredTop sz="81806" autoAdjust="0"/>
  </p:normalViewPr>
  <p:slideViewPr>
    <p:cSldViewPr snapToGrid="0" snapToObjects="1">
      <p:cViewPr varScale="1">
        <p:scale>
          <a:sx n="30" d="100"/>
          <a:sy n="30" d="100"/>
        </p:scale>
        <p:origin x="461" y="45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3/5/2024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771B5-F988-23E6-F603-C9E4A0D5A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7E487E-48D6-1AC7-42A3-E578C9E96C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90FBB8-DD01-2BA4-762F-A080A7D7BD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558944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3/5/2024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6" r:id="rId3"/>
    <p:sldLayoutId id="2147483657" r:id="rId4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 Medium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Spring Framework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Nội dung</a:t>
            </a:r>
            <a:endParaRPr lang="en-GB" altLang="ja-JP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US" altLang="en-US" sz="6600" b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Ôn tập tổng hợp lại các kiến thức đã học trong các học phần.</a:t>
            </a:r>
            <a:endParaRPr lang="en-US" altLang="en-US" sz="6600" b="0" dirty="0">
              <a:solidFill>
                <a:sysClr val="windowText" lastClr="000000"/>
              </a:solidFill>
              <a:latin typeface="Arial (Body)"/>
              <a:cs typeface="Arial" panose="020B0604020202020204" pitchFamily="34" charset="0"/>
            </a:endParaRPr>
          </a:p>
          <a:p>
            <a:pPr lvl="0" defTabSz="914400">
              <a:defRPr/>
            </a:pPr>
            <a:r>
              <a:rPr lang="en-US" altLang="en-US" sz="6600" b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Hoàn thiện dự án xây dựng trong học phần.</a:t>
            </a:r>
          </a:p>
          <a:p>
            <a:pPr marL="0" lvl="0" indent="0" defTabSz="914400">
              <a:buNone/>
              <a:defRPr/>
            </a:pP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B40FB-8513-95C5-86C8-2B2BEE4C2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6AA651-5402-8F37-6AC2-D9CBE792D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Nội dung</a:t>
            </a:r>
            <a:endParaRPr lang="en-GB" altLang="ja-JP" dirty="0"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D4884E-6EC5-BF10-B924-3C59140961C8}"/>
              </a:ext>
            </a:extLst>
          </p:cNvPr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E9A8A0-03D7-DA70-BD8E-E1DEBA917C17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defRPr/>
            </a:pPr>
            <a:r>
              <a:rPr lang="en-US" altLang="en-US" sz="6600" b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Mentor cho học viên Demo dự án</a:t>
            </a:r>
            <a:endParaRPr lang="en-US" altLang="en-US" sz="6600" b="0" dirty="0">
              <a:solidFill>
                <a:sysClr val="windowText" lastClr="000000"/>
              </a:solidFill>
              <a:latin typeface="Arial (Body)"/>
              <a:cs typeface="Arial" panose="020B0604020202020204" pitchFamily="34" charset="0"/>
            </a:endParaRPr>
          </a:p>
          <a:p>
            <a:pPr lvl="0" defTabSz="914400">
              <a:defRPr/>
            </a:pPr>
            <a:r>
              <a:rPr lang="en-US" altLang="en-US" sz="6600" b="0">
                <a:solidFill>
                  <a:sysClr val="windowText" lastClr="000000"/>
                </a:solidFill>
                <a:latin typeface="Arial (Body)"/>
                <a:cs typeface="Arial" panose="020B0604020202020204" pitchFamily="34" charset="0"/>
              </a:rPr>
              <a:t> Mentor phỏng vấn học viên các kiến thức trong học phần.</a:t>
            </a:r>
          </a:p>
          <a:p>
            <a:pPr marL="0" lvl="0" indent="0" defTabSz="914400">
              <a:buNone/>
              <a:defRPr/>
            </a:pP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(Body)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869297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21499</TotalTime>
  <Words>71</Words>
  <Application>Microsoft Office PowerPoint</Application>
  <PresentationFormat>Custom</PresentationFormat>
  <Paragraphs>10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Meiryo</vt:lpstr>
      <vt:lpstr>Arial (Body)</vt:lpstr>
      <vt:lpstr>Calibri</vt:lpstr>
      <vt:lpstr>Helvetica Neue</vt:lpstr>
      <vt:lpstr>Helvetica Neue Light</vt:lpstr>
      <vt:lpstr>Helvetica Neue Medium</vt:lpstr>
      <vt:lpstr>White</vt:lpstr>
      <vt:lpstr>PowerPoint Presentation</vt:lpstr>
      <vt:lpstr>Nội dung</vt:lpstr>
      <vt:lpstr>Nội dung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1747</cp:revision>
  <cp:lastPrinted>2019-09-17T11:00:25Z</cp:lastPrinted>
  <dcterms:modified xsi:type="dcterms:W3CDTF">2024-03-05T10:02:59Z</dcterms:modified>
  <cp:category/>
</cp:coreProperties>
</file>