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419" r:id="rId3"/>
    <p:sldId id="853" r:id="rId4"/>
    <p:sldId id="903" r:id="rId5"/>
    <p:sldId id="904" r:id="rId6"/>
    <p:sldId id="905" r:id="rId7"/>
    <p:sldId id="913" r:id="rId8"/>
    <p:sldId id="906" r:id="rId9"/>
    <p:sldId id="907" r:id="rId10"/>
    <p:sldId id="908" r:id="rId11"/>
    <p:sldId id="909" r:id="rId12"/>
    <p:sldId id="911" r:id="rId13"/>
    <p:sldId id="910" r:id="rId14"/>
    <p:sldId id="914" r:id="rId15"/>
    <p:sldId id="925" r:id="rId16"/>
    <p:sldId id="916" r:id="rId17"/>
    <p:sldId id="918" r:id="rId18"/>
    <p:sldId id="917" r:id="rId19"/>
    <p:sldId id="915" r:id="rId20"/>
    <p:sldId id="921" r:id="rId21"/>
    <p:sldId id="920" r:id="rId22"/>
    <p:sldId id="922" r:id="rId23"/>
    <p:sldId id="923" r:id="rId24"/>
    <p:sldId id="924" r:id="rId25"/>
    <p:sldId id="926" r:id="rId26"/>
    <p:sldId id="342" r:id="rId27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104" autoAdjust="0"/>
    <p:restoredTop sz="84555" autoAdjust="0"/>
  </p:normalViewPr>
  <p:slideViewPr>
    <p:cSldViewPr snapToGrid="0" snapToObjects="1">
      <p:cViewPr varScale="1">
        <p:scale>
          <a:sx n="35" d="100"/>
          <a:sy n="35" d="100"/>
        </p:scale>
        <p:origin x="93" y="136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3/5/2024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1pPr>
    <a:lvl2pPr indent="2286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2pPr>
    <a:lvl3pPr indent="4572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3pPr>
    <a:lvl4pPr indent="6858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4pPr>
    <a:lvl5pPr indent="9144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5pPr>
    <a:lvl6pPr indent="11430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6pPr>
    <a:lvl7pPr indent="13716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7pPr>
    <a:lvl8pPr indent="16002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8pPr>
    <a:lvl9pPr indent="18288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5932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1197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4973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9291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77766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47766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52015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87410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60633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87487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E536F65-AC83-4CA5-A319-75AFC58D4B3B}" type="slidenum">
              <a:rPr lang="en-US" smtClean="0">
                <a:solidFill>
                  <a:prstClr val="black"/>
                </a:solidFill>
                <a:latin typeface="Calibri"/>
                <a:ea typeface=""/>
                <a:cs typeface=""/>
              </a:rPr>
              <a:pPr/>
              <a:t>26</a:t>
            </a:fld>
            <a:endParaRPr lang="en-US" dirty="0">
              <a:solidFill>
                <a:prstClr val="black"/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286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3/5/2024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Spring Framework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287157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Global Exception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Basic Authentication </a:t>
            </a:r>
          </a:p>
          <a:p>
            <a:pPr lvl="0" defTabSz="914400">
              <a:defRPr/>
            </a:pPr>
            <a:r>
              <a:rPr lang="en-US" altLang="en-US" sz="6600" b="0" noProof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Assignments</a:t>
            </a:r>
            <a:endParaRPr kumimoji="0" lang="en-US" altLang="en-US" sz="6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0271414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Global Exception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9854" y="2540672"/>
            <a:ext cx="12255251" cy="238152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Example 1: 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Local Exception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87878" y="12089494"/>
            <a:ext cx="11208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Error</a:t>
            </a:r>
            <a:endParaRPr lang="en-US" b="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948" y="7439909"/>
            <a:ext cx="16634299" cy="44668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7479" y="3574221"/>
            <a:ext cx="8961617" cy="377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612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0271414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Global Exception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61530" y="8832155"/>
            <a:ext cx="27735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Handling Error</a:t>
            </a:r>
            <a:endParaRPr lang="en-US" b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818" y="5268919"/>
            <a:ext cx="11458940" cy="3524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744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0271414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Global Exception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9855" y="2540672"/>
            <a:ext cx="6087915" cy="1214206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Global Exception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15" y="3754878"/>
            <a:ext cx="24070389" cy="667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963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0271414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Global Exception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860" y="4112565"/>
            <a:ext cx="17167739" cy="540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238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Global Exception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29" y="4178181"/>
            <a:ext cx="9558385" cy="58491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852" y="4178181"/>
            <a:ext cx="12660842" cy="584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598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0271414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Global Exception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9854" y="2540672"/>
            <a:ext cx="8325277" cy="113638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Example 2: Template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9475688" y="12089494"/>
            <a:ext cx="47452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 err="1">
                <a:latin typeface="Times New Roman" panose="02020603050405020304" pitchFamily="18" charset="0"/>
              </a:rPr>
              <a:t>NoHandlerFoundException</a:t>
            </a:r>
            <a:endParaRPr lang="en-US" b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960" y="3407173"/>
            <a:ext cx="11096656" cy="868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779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0271414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Global Exception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973944" y="12089494"/>
            <a:ext cx="57486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 err="1">
                <a:latin typeface="Times New Roman" panose="02020603050405020304" pitchFamily="18" charset="0"/>
              </a:rPr>
              <a:t>HttpRequestMethodNotSupported</a:t>
            </a:r>
            <a:endParaRPr lang="en-US" b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777" y="1523999"/>
            <a:ext cx="13805078" cy="1065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209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0271414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Global Exception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02986" y="12089494"/>
            <a:ext cx="54906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 err="1"/>
              <a:t>HttpMediaTypeNotSupported</a:t>
            </a:r>
            <a:endParaRPr lang="en-US" b="0" i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857" y="1571746"/>
            <a:ext cx="11665208" cy="10470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602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0271414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Global Exception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409961" y="12089494"/>
            <a:ext cx="48766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/>
              <a:t>MethodArgumentNotValid</a:t>
            </a:r>
            <a:endParaRPr lang="en-US" b="0" i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3414" y="1650732"/>
            <a:ext cx="9157171" cy="1041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0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0271414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Global Exception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703838" y="12089494"/>
            <a:ext cx="62889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/>
              <a:t>MissingServletRequestParameter</a:t>
            </a:r>
            <a:endParaRPr lang="en-US" b="0" i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494" y="1894445"/>
            <a:ext cx="15517320" cy="917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80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0271414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Global Exception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852918" y="12089494"/>
            <a:ext cx="5990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 err="1"/>
              <a:t>MethodArgumentTypeMismatch</a:t>
            </a:r>
            <a:endParaRPr lang="en-US" b="0" i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2453" y="2130985"/>
            <a:ext cx="14811671" cy="935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430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6018247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Spring Security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7850" y="2533649"/>
            <a:ext cx="11770874" cy="9450827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Authentication &amp; Authorization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Authentication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Basic Authentication (Current Lesson)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JWT (Next Lesson)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err="1"/>
              <a:t>Oauth</a:t>
            </a:r>
            <a:r>
              <a:rPr lang="en-US" dirty="0"/>
              <a:t> 2 (Next Lesson)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...  </a:t>
            </a:r>
          </a:p>
        </p:txBody>
      </p:sp>
    </p:spTree>
    <p:extLst>
      <p:ext uri="{BB962C8B-B14F-4D97-AF65-F5344CB8AC3E}">
        <p14:creationId xmlns:p14="http://schemas.microsoft.com/office/powerpoint/2010/main" val="1867292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6018247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Spring Security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51" y="4072478"/>
            <a:ext cx="24193966" cy="567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164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891709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Basic Authentication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7849" y="2533650"/>
            <a:ext cx="12646364" cy="98776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Example 1: Authentication 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35401" y="11619242"/>
            <a:ext cx="193835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/>
              <a:t>Database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881" y="3521412"/>
            <a:ext cx="20497637" cy="804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621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891709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Basic Authentication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369" y="1988194"/>
            <a:ext cx="9152486" cy="194326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401591" y="4026506"/>
            <a:ext cx="17796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/>
              <a:t>pom.xml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92" y="4959990"/>
            <a:ext cx="10980707" cy="675211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116202" y="11831577"/>
            <a:ext cx="12105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/>
              <a:t>Entity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6292834" y="3841875"/>
            <a:ext cx="21435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/>
              <a:t>Repository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9051" y="1837692"/>
            <a:ext cx="10407136" cy="182970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11621" y="4611281"/>
            <a:ext cx="9784566" cy="772465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7016607" y="12043550"/>
            <a:ext cx="15520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/>
              <a:t>Service</a:t>
            </a:r>
          </a:p>
        </p:txBody>
      </p:sp>
    </p:spTree>
    <p:extLst>
      <p:ext uri="{BB962C8B-B14F-4D97-AF65-F5344CB8AC3E}">
        <p14:creationId xmlns:p14="http://schemas.microsoft.com/office/powerpoint/2010/main" val="1089066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891709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Basic Authentication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84931" y="8566945"/>
            <a:ext cx="19607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/>
              <a:t>Controller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95" y="3354914"/>
            <a:ext cx="12424581" cy="720932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2064" y="3354914"/>
            <a:ext cx="11088838" cy="512760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663142" y="10253073"/>
            <a:ext cx="37160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/>
              <a:t>Security </a:t>
            </a:r>
            <a:r>
              <a:rPr lang="en-US" b="0" i="1" dirty="0" err="1"/>
              <a:t>Config</a:t>
            </a:r>
            <a:r>
              <a:rPr lang="en-US" b="0" i="1" dirty="0"/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39977355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Basic Authentication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6294" y="3715967"/>
            <a:ext cx="11720817" cy="63424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60" y="5581060"/>
            <a:ext cx="11920734" cy="249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337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Basic Authentication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5272" y="2994387"/>
            <a:ext cx="12149292" cy="72312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75" y="4250519"/>
            <a:ext cx="11537005" cy="485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4022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891709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Basic Authentication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7849" y="2533650"/>
            <a:ext cx="5214431" cy="98776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Explain: 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978" y="1483841"/>
            <a:ext cx="11264631" cy="11029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364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891709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Basic Authentication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7849" y="2533650"/>
            <a:ext cx="13541308" cy="98776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Example 2: Authorization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082" y="4295464"/>
            <a:ext cx="23878216" cy="66384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904055" y="11110314"/>
            <a:ext cx="15520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/>
              <a:t>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7673652" y="11110313"/>
            <a:ext cx="262123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/>
              <a:t>Configuration</a:t>
            </a:r>
          </a:p>
        </p:txBody>
      </p:sp>
    </p:spTree>
    <p:extLst>
      <p:ext uri="{BB962C8B-B14F-4D97-AF65-F5344CB8AC3E}">
        <p14:creationId xmlns:p14="http://schemas.microsoft.com/office/powerpoint/2010/main" val="26577353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891709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Basic Authentication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65" y="3710591"/>
            <a:ext cx="11633643" cy="63672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7097" y="3710590"/>
            <a:ext cx="10716799" cy="636726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497628" y="10817925"/>
            <a:ext cx="9813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24134145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891709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Basic Authentication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7849" y="2533650"/>
            <a:ext cx="13541308" cy="98776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Example 3: Cross Origin &amp; Exception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127" y="3390913"/>
            <a:ext cx="16905223" cy="926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7277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891709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Basic Authentication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52" y="3301971"/>
            <a:ext cx="11645153" cy="60949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9819" y="3301971"/>
            <a:ext cx="11662151" cy="60949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530051" y="9767338"/>
            <a:ext cx="9813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41688638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CDD7E-E173-4A74-9533-427DE02233F9}"/>
              </a:ext>
            </a:extLst>
          </p:cNvPr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582079886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32515</TotalTime>
  <Words>163</Words>
  <Application>Microsoft Office PowerPoint</Application>
  <PresentationFormat>Custom</PresentationFormat>
  <Paragraphs>66</Paragraphs>
  <Slides>26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Meiryo</vt:lpstr>
      <vt:lpstr>Calibri</vt:lpstr>
      <vt:lpstr>Courier New</vt:lpstr>
      <vt:lpstr>Times New Roman</vt:lpstr>
      <vt:lpstr>Wingdings</vt:lpstr>
      <vt:lpstr>White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4404</cp:revision>
  <cp:lastPrinted>2019-09-17T11:00:25Z</cp:lastPrinted>
  <dcterms:modified xsi:type="dcterms:W3CDTF">2024-03-05T02:35:49Z</dcterms:modified>
  <cp:category/>
</cp:coreProperties>
</file>