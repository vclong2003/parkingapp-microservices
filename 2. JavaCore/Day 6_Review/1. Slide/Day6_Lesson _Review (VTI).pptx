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419" r:id="rId3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82" autoAdjust="0"/>
    <p:restoredTop sz="81806" autoAdjust="0"/>
  </p:normalViewPr>
  <p:slideViewPr>
    <p:cSldViewPr snapToGrid="0" snapToObjects="1">
      <p:cViewPr varScale="1">
        <p:scale>
          <a:sx n="30" d="100"/>
          <a:sy n="30" d="100"/>
        </p:scale>
        <p:origin x="461" y="4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6" r:id="rId3"/>
    <p:sldLayoutId id="2147483657" r:id="rId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Java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GB" altLang="ja-JP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Ôn tập tổng hợp lại các kiến thức đã học trong các Lession 1,2,3,4,5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Thực hành làm các bài tập luyện tập đính kèm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21498</TotalTime>
  <Words>39</Words>
  <Application>Microsoft Office PowerPoint</Application>
  <PresentationFormat>Custom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White</vt:lpstr>
      <vt:lpstr>PowerPoint Presentation</vt:lpstr>
      <vt:lpstr>Nội dung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1742</cp:revision>
  <cp:lastPrinted>2019-09-17T11:00:25Z</cp:lastPrinted>
  <dcterms:modified xsi:type="dcterms:W3CDTF">2024-01-15T02:41:33Z</dcterms:modified>
  <cp:category/>
</cp:coreProperties>
</file>