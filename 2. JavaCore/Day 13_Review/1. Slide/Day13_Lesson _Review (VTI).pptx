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419" r:id="rId3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82" autoAdjust="0"/>
    <p:restoredTop sz="81806" autoAdjust="0"/>
  </p:normalViewPr>
  <p:slideViewPr>
    <p:cSldViewPr snapToGrid="0" snapToObjects="1">
      <p:cViewPr varScale="1">
        <p:scale>
          <a:sx n="30" d="100"/>
          <a:sy n="30" d="100"/>
        </p:scale>
        <p:origin x="461" y="45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6" r:id="rId3"/>
    <p:sldLayoutId id="2147483657" r:id="rId4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Java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Nội dung</a:t>
            </a:r>
            <a:endParaRPr lang="en-GB" altLang="ja-JP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66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Ôn tập tổng hợp lại các kiến thức đã học trong học phần</a:t>
            </a:r>
          </a:p>
          <a:p>
            <a:pPr defTabSz="914400">
              <a:defRPr/>
            </a:pPr>
            <a:r>
              <a:rPr lang="en-US" altLang="en-US" sz="66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Hướng dẫn học viên các nội dung buổi thi cuối học phần</a:t>
            </a:r>
            <a:endParaRPr lang="en-US" altLang="en-US" sz="6600" b="0" dirty="0">
              <a:solidFill>
                <a:sysClr val="windowText" lastClr="000000"/>
              </a:solidFill>
              <a:latin typeface="Arial (Body)"/>
              <a:cs typeface="Arial" panose="020B0604020202020204" pitchFamily="34" charset="0"/>
            </a:endParaRPr>
          </a:p>
          <a:p>
            <a:pPr lvl="0" defTabSz="914400">
              <a:defRPr/>
            </a:pPr>
            <a:r>
              <a:rPr lang="en-US" altLang="en-US" sz="66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Thực hành làm các bài tập ôn tập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21498</TotalTime>
  <Words>49</Words>
  <Application>Microsoft Office PowerPoint</Application>
  <PresentationFormat>Custom</PresentationFormat>
  <Paragraphs>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Meiryo</vt:lpstr>
      <vt:lpstr>Arial (Body)</vt:lpstr>
      <vt:lpstr>Calibri</vt:lpstr>
      <vt:lpstr>Helvetica Neue</vt:lpstr>
      <vt:lpstr>Helvetica Neue Light</vt:lpstr>
      <vt:lpstr>Helvetica Neue Medium</vt:lpstr>
      <vt:lpstr>White</vt:lpstr>
      <vt:lpstr>PowerPoint Presentation</vt:lpstr>
      <vt:lpstr>Nội dung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1744</cp:revision>
  <cp:lastPrinted>2019-09-17T11:00:25Z</cp:lastPrinted>
  <dcterms:modified xsi:type="dcterms:W3CDTF">2024-01-15T04:38:37Z</dcterms:modified>
  <cp:category/>
</cp:coreProperties>
</file>