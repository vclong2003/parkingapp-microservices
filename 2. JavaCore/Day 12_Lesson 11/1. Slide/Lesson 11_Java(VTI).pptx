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419" r:id="rId3"/>
    <p:sldId id="613" r:id="rId4"/>
    <p:sldId id="619" r:id="rId5"/>
    <p:sldId id="614" r:id="rId6"/>
    <p:sldId id="622" r:id="rId7"/>
    <p:sldId id="620" r:id="rId8"/>
    <p:sldId id="623" r:id="rId9"/>
    <p:sldId id="615" r:id="rId10"/>
    <p:sldId id="618" r:id="rId11"/>
    <p:sldId id="342" r:id="rId12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93979" autoAdjust="0"/>
  </p:normalViewPr>
  <p:slideViewPr>
    <p:cSldViewPr snapToGrid="0" snapToObjects="1">
      <p:cViewPr varScale="1">
        <p:scale>
          <a:sx n="35" d="100"/>
          <a:sy n="35" d="100"/>
        </p:scale>
        <p:origin x="72" y="1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11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313650" y="5731694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3-layers Architecture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Comment template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3-tiers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1590476"/>
            <a:ext cx="8115300" cy="110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2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3-layers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2279902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Font typeface="Wingdings" panose="05000000000000000000" pitchFamily="2" charset="2"/>
              <a:buChar char="Ø"/>
              <a:defRPr/>
            </a:pPr>
            <a:r>
              <a:rPr lang="en-US" altLang="en-US" sz="48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Basic</a:t>
            </a:r>
          </a:p>
          <a:p>
            <a:pPr defTabSz="914400">
              <a:buFont typeface="Wingdings" panose="05000000000000000000" pitchFamily="2" charset="2"/>
              <a:buChar char="Ø"/>
              <a:defRPr/>
            </a:pPr>
            <a:r>
              <a:rPr lang="en-US" altLang="en-US" sz="48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Validation &amp; Handling Exception</a:t>
            </a:r>
          </a:p>
          <a:p>
            <a:pPr defTabSz="914400">
              <a:buFont typeface="Wingdings" panose="05000000000000000000" pitchFamily="2" charset="2"/>
              <a:buChar char="Ø"/>
              <a:defRPr/>
            </a:pPr>
            <a:r>
              <a:rPr lang="en-US" altLang="en-US" sz="48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Handling business Logic</a:t>
            </a:r>
          </a:p>
        </p:txBody>
      </p:sp>
    </p:spTree>
    <p:extLst>
      <p:ext uri="{BB962C8B-B14F-4D97-AF65-F5344CB8AC3E}">
        <p14:creationId xmlns:p14="http://schemas.microsoft.com/office/powerpoint/2010/main" val="242782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Basic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021" y="1498060"/>
            <a:ext cx="12990094" cy="1106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72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Basic (interface)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17" y="1459148"/>
            <a:ext cx="13132574" cy="1118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34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469162" cy="479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Validation &amp; Handling Exception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417" y="1527495"/>
            <a:ext cx="13112885" cy="1113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0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469162" cy="479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Handling business Logic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929" y="1459149"/>
            <a:ext cx="13128557" cy="1114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5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3-tiers Architecture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160" y="1493520"/>
            <a:ext cx="8180590" cy="1114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2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Comment template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2279902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  <a:defRPr/>
            </a:pP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 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Preferences 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Java 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code Style 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4800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Code Templates</a:t>
            </a:r>
            <a:endParaRPr lang="en-US" altLang="en-US" sz="48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060" y="3346639"/>
            <a:ext cx="10945238" cy="95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5366362"/>
            <a:ext cx="5262724" cy="49135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566" y="5366362"/>
            <a:ext cx="7997367" cy="42991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8748" y="5366362"/>
            <a:ext cx="4955022" cy="453306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9104552" y="10120827"/>
            <a:ext cx="21401314" cy="1032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  <a:defRPr/>
            </a:pPr>
            <a:r>
              <a:rPr lang="en-US" sz="4800" b="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Shortcut: Alt + shift + j</a:t>
            </a:r>
            <a:endParaRPr lang="en-US" altLang="en-US" sz="4800" b="0" i="1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42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26445</TotalTime>
  <Words>80</Words>
  <Application>Microsoft Office PowerPoint</Application>
  <PresentationFormat>Custom</PresentationFormat>
  <Paragraphs>23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Meiryo</vt:lpstr>
      <vt:lpstr>Arial (Body)</vt:lpstr>
      <vt:lpstr>Calibri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2962</cp:revision>
  <cp:lastPrinted>2019-09-17T11:00:25Z</cp:lastPrinted>
  <dcterms:modified xsi:type="dcterms:W3CDTF">2024-01-15T04:15:24Z</dcterms:modified>
  <cp:category/>
</cp:coreProperties>
</file>