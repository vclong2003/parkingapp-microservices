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419" r:id="rId3"/>
    <p:sldId id="540" r:id="rId4"/>
    <p:sldId id="573" r:id="rId5"/>
    <p:sldId id="589" r:id="rId6"/>
    <p:sldId id="590" r:id="rId7"/>
    <p:sldId id="593" r:id="rId8"/>
    <p:sldId id="586" r:id="rId9"/>
    <p:sldId id="585" r:id="rId10"/>
    <p:sldId id="591" r:id="rId11"/>
    <p:sldId id="597" r:id="rId12"/>
    <p:sldId id="599" r:id="rId13"/>
    <p:sldId id="602" r:id="rId14"/>
    <p:sldId id="603" r:id="rId15"/>
    <p:sldId id="604" r:id="rId16"/>
    <p:sldId id="605" r:id="rId17"/>
    <p:sldId id="595" r:id="rId18"/>
    <p:sldId id="600" r:id="rId19"/>
    <p:sldId id="598" r:id="rId20"/>
    <p:sldId id="609" r:id="rId21"/>
    <p:sldId id="608" r:id="rId22"/>
    <p:sldId id="607" r:id="rId23"/>
    <p:sldId id="596" r:id="rId24"/>
    <p:sldId id="611" r:id="rId25"/>
    <p:sldId id="610" r:id="rId26"/>
    <p:sldId id="510" r:id="rId27"/>
    <p:sldId id="342" r:id="rId28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82" autoAdjust="0"/>
    <p:restoredTop sz="91754" autoAdjust="0"/>
  </p:normalViewPr>
  <p:slideViewPr>
    <p:cSldViewPr snapToGrid="0" snapToObjects="1">
      <p:cViewPr varScale="1">
        <p:scale>
          <a:sx n="34" d="100"/>
          <a:sy n="34" d="100"/>
        </p:scale>
        <p:origin x="141" y="35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1/15/2024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954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8356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4297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7994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333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600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E536F65-AC83-4CA5-A319-75AFC58D4B3B}" type="slidenum">
              <a:rPr lang="en-US" smtClean="0">
                <a:solidFill>
                  <a:prstClr val="black"/>
                </a:solidFill>
                <a:latin typeface="Calibri"/>
                <a:ea typeface=""/>
                <a:cs typeface=""/>
              </a:rPr>
              <a:pPr/>
              <a:t>27</a:t>
            </a:fld>
            <a:endParaRPr lang="en-US" dirty="0">
              <a:solidFill>
                <a:prstClr val="black"/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286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1/15/2024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1215678" y="584389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Java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Static </a:t>
            </a:r>
          </a:p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Final</a:t>
            </a:r>
          </a:p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File</a:t>
            </a:r>
          </a:p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IO Stream</a:t>
            </a:r>
          </a:p>
          <a:p>
            <a:pPr defTabSz="914400">
              <a:defRPr/>
            </a:pPr>
            <a:r>
              <a:rPr lang="en-US" altLang="en-US" sz="6600" b="0" noProof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Assignments</a:t>
            </a:r>
            <a:endParaRPr kumimoji="0" lang="en-US" altLang="en-US" sz="6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(Body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Object &amp; Instance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48" y="2534901"/>
            <a:ext cx="10209680" cy="817306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6612" y="5577434"/>
            <a:ext cx="12757320" cy="356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15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Static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335126"/>
            <a:ext cx="16481424" cy="961043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s-ES" dirty="0" err="1"/>
              <a:t>Property</a:t>
            </a:r>
            <a:r>
              <a:rPr lang="es-ES" dirty="0"/>
              <a:t> </a:t>
            </a:r>
            <a:r>
              <a:rPr lang="es-ES" dirty="0" err="1"/>
              <a:t>belong</a:t>
            </a:r>
            <a:r>
              <a:rPr lang="es-ES" dirty="0"/>
              <a:t> to </a:t>
            </a:r>
            <a:r>
              <a:rPr lang="es-ES" dirty="0" err="1"/>
              <a:t>instance</a:t>
            </a:r>
            <a:endParaRPr lang="es-ES" dirty="0"/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s-ES" dirty="0"/>
              <a:t> </a:t>
            </a:r>
            <a:r>
              <a:rPr lang="es-ES" dirty="0" err="1"/>
              <a:t>Static</a:t>
            </a:r>
            <a:r>
              <a:rPr lang="es-ES" dirty="0"/>
              <a:t> </a:t>
            </a:r>
            <a:r>
              <a:rPr lang="es-ES" dirty="0" err="1"/>
              <a:t>belong</a:t>
            </a:r>
            <a:r>
              <a:rPr lang="es-ES" dirty="0"/>
              <a:t> to </a:t>
            </a:r>
            <a:r>
              <a:rPr lang="es-ES" dirty="0" err="1"/>
              <a:t>Object</a:t>
            </a:r>
            <a:endParaRPr lang="es-ES" dirty="0"/>
          </a:p>
          <a:p>
            <a:pPr marL="0" indent="0" hangingPunct="1">
              <a:buNone/>
            </a:pPr>
            <a:endParaRPr lang="es-ES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ID" dirty="0"/>
              <a:t> Saving memory</a:t>
            </a:r>
          </a:p>
        </p:txBody>
      </p:sp>
    </p:spTree>
    <p:extLst>
      <p:ext uri="{BB962C8B-B14F-4D97-AF65-F5344CB8AC3E}">
        <p14:creationId xmlns:p14="http://schemas.microsoft.com/office/powerpoint/2010/main" val="1610350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Static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335126"/>
            <a:ext cx="16481424" cy="961043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s-ES" dirty="0" err="1"/>
              <a:t>Static</a:t>
            </a:r>
            <a:r>
              <a:rPr lang="es-ES" dirty="0"/>
              <a:t> </a:t>
            </a:r>
            <a:r>
              <a:rPr lang="es-ES" dirty="0" err="1"/>
              <a:t>method</a:t>
            </a:r>
            <a:endParaRPr lang="es-ES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s-ES" dirty="0"/>
              <a:t> </a:t>
            </a:r>
            <a:r>
              <a:rPr lang="es-ES" dirty="0" err="1"/>
              <a:t>Static</a:t>
            </a:r>
            <a:r>
              <a:rPr lang="es-ES" dirty="0"/>
              <a:t> </a:t>
            </a:r>
            <a:r>
              <a:rPr lang="es-ES" dirty="0" err="1"/>
              <a:t>property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20086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Non Static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276" y="8766313"/>
            <a:ext cx="8115221" cy="373711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1589" y="8766313"/>
            <a:ext cx="9231501" cy="207708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9275" y="1638300"/>
            <a:ext cx="8423531" cy="69414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1999" y="1989205"/>
            <a:ext cx="10220529" cy="563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3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Saving memory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46839"/>
            <a:ext cx="10162761" cy="465918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034" y="8241224"/>
            <a:ext cx="8137399" cy="226127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1081" y="2046839"/>
            <a:ext cx="10948576" cy="406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697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Static </a:t>
            </a:r>
            <a:r>
              <a:rPr lang="en-US" altLang="en-US" sz="6000" kern="1200" dirty="0">
                <a:solidFill>
                  <a:srgbClr val="4F81BD"/>
                </a:solidFill>
                <a:cs typeface="Tahoma" panose="020B0604030504040204" pitchFamily="34" charset="0"/>
              </a:rPr>
              <a:t>Method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538" y="6149343"/>
            <a:ext cx="10755475" cy="22088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538" y="2701810"/>
            <a:ext cx="10741566" cy="253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299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0220122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Count Object Example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7811281" y="2106993"/>
            <a:ext cx="7217982" cy="9194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273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Final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335126"/>
            <a:ext cx="16481424" cy="961043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s-ES" dirty="0"/>
              <a:t>Final variable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s-ES" dirty="0"/>
              <a:t> Final variable and Constructor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s-ES" dirty="0"/>
              <a:t> Final </a:t>
            </a:r>
            <a:r>
              <a:rPr lang="es-ES" dirty="0" err="1"/>
              <a:t>method</a:t>
            </a:r>
            <a:endParaRPr lang="es-ES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s-ES" dirty="0"/>
              <a:t> Final </a:t>
            </a:r>
            <a:r>
              <a:rPr lang="es-ES" dirty="0" err="1"/>
              <a:t>class</a:t>
            </a:r>
            <a:endParaRPr lang="es-ES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s-ES" dirty="0"/>
              <a:t> Final </a:t>
            </a:r>
            <a:r>
              <a:rPr lang="es-ES" dirty="0" err="1"/>
              <a:t>parameter</a:t>
            </a:r>
            <a:endParaRPr lang="es-ES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s-ES" dirty="0"/>
              <a:t> </a:t>
            </a:r>
            <a:r>
              <a:rPr lang="es-ES" dirty="0" err="1"/>
              <a:t>Static</a:t>
            </a:r>
            <a:r>
              <a:rPr lang="es-ES" dirty="0"/>
              <a:t> final (declare </a:t>
            </a:r>
            <a:r>
              <a:rPr lang="es-ES" dirty="0" err="1"/>
              <a:t>constraint</a:t>
            </a:r>
            <a:r>
              <a:rPr lang="es-ES" dirty="0"/>
              <a:t>)</a:t>
            </a:r>
            <a:endParaRPr lang="en-ID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274" y="10846007"/>
            <a:ext cx="10615613" cy="61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313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File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857376" y="2335126"/>
            <a:ext cx="16481424" cy="961043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Check File is exists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Create file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Delete file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Check path is File or Folder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Get all File of Folder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Rename File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Moving File</a:t>
            </a:r>
          </a:p>
        </p:txBody>
      </p:sp>
    </p:spTree>
    <p:extLst>
      <p:ext uri="{BB962C8B-B14F-4D97-AF65-F5344CB8AC3E}">
        <p14:creationId xmlns:p14="http://schemas.microsoft.com/office/powerpoint/2010/main" val="3854329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Check File is exists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7458222"/>
            <a:ext cx="10940393" cy="226943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325" y="2000959"/>
            <a:ext cx="12973050" cy="406129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55264" y="2080805"/>
            <a:ext cx="8286750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705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Create File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96" y="6310639"/>
            <a:ext cx="8166768" cy="193841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423" y="1895960"/>
            <a:ext cx="11763287" cy="37109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3776" y="6310639"/>
            <a:ext cx="9639903" cy="405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179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Create File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2775" y="3129874"/>
            <a:ext cx="8286750" cy="39814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74" y="8430367"/>
            <a:ext cx="8183994" cy="161151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" y="3015573"/>
            <a:ext cx="10558463" cy="343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729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218511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Check path is File or Folder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415" y="6441051"/>
            <a:ext cx="7315301" cy="139272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942" y="3330967"/>
            <a:ext cx="15843433" cy="225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680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218511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Check path is File or Folder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190" y="5665646"/>
            <a:ext cx="7290844" cy="15142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886" y="2143053"/>
            <a:ext cx="16177627" cy="225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807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 Get all File of Folder</a:t>
            </a:r>
            <a:endParaRPr lang="en-US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5421" y="2318050"/>
            <a:ext cx="14027285" cy="33263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9027" y="6580095"/>
            <a:ext cx="7212266" cy="489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690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IO Stream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857376" y="2335126"/>
            <a:ext cx="16481424" cy="961043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ByteStreams</a:t>
            </a:r>
            <a:r>
              <a:rPr lang="en-US" dirty="0"/>
              <a:t> (read byte)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ObjectStreams</a:t>
            </a:r>
            <a:r>
              <a:rPr lang="en-US" dirty="0"/>
              <a:t> (read Object)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s-ES" dirty="0"/>
              <a:t> </a:t>
            </a:r>
            <a:r>
              <a:rPr lang="es-ES" dirty="0" err="1"/>
              <a:t>CharacterStreams</a:t>
            </a:r>
            <a:r>
              <a:rPr lang="es-ES" dirty="0"/>
              <a:t> (</a:t>
            </a:r>
            <a:r>
              <a:rPr lang="es-ES" dirty="0" err="1"/>
              <a:t>Read</a:t>
            </a:r>
            <a:r>
              <a:rPr lang="es-ES" dirty="0"/>
              <a:t> </a:t>
            </a:r>
            <a:r>
              <a:rPr lang="es-ES" dirty="0" err="1"/>
              <a:t>characters</a:t>
            </a:r>
            <a:r>
              <a:rPr lang="es-ES" dirty="0"/>
              <a:t>) 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s-ES" dirty="0"/>
              <a:t> </a:t>
            </a:r>
            <a:r>
              <a:rPr lang="es-ES" dirty="0" err="1"/>
              <a:t>BufferdStreams</a:t>
            </a:r>
            <a:r>
              <a:rPr lang="es-ES" dirty="0"/>
              <a:t> (</a:t>
            </a:r>
            <a:r>
              <a:rPr lang="es-ES" dirty="0" err="1"/>
              <a:t>Read</a:t>
            </a:r>
            <a:r>
              <a:rPr lang="es-ES" dirty="0"/>
              <a:t> </a:t>
            </a:r>
            <a:r>
              <a:rPr lang="es-ES" dirty="0" err="1"/>
              <a:t>multiple</a:t>
            </a:r>
            <a:r>
              <a:rPr lang="es-ES" dirty="0"/>
              <a:t> data)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49754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ByteStreams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1857376" y="2335126"/>
            <a:ext cx="16481424" cy="961043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Read file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Write file</a:t>
            </a:r>
            <a:r>
              <a:rPr lang="es-E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0118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Read file 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545" y="8210145"/>
            <a:ext cx="12799331" cy="43435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746" y="1669408"/>
            <a:ext cx="14129628" cy="635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829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49" y="571498"/>
            <a:ext cx="11445807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Write file (replace content) 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7595" y="7529994"/>
            <a:ext cx="6309376" cy="28202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1652" y="2769748"/>
            <a:ext cx="16842075" cy="304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361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49" y="571498"/>
            <a:ext cx="12146199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Write file (continuing content) 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795" y="4649820"/>
            <a:ext cx="9658467" cy="783551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5744" y="1747736"/>
            <a:ext cx="15176980" cy="270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2173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ObjectStreams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2538312" y="2176242"/>
            <a:ext cx="16481424" cy="961043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Read Object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Write Object</a:t>
            </a:r>
            <a:r>
              <a:rPr lang="es-E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52911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Write</a:t>
            </a:r>
            <a:r>
              <a:rPr lang="vi-VN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 Object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340" y="8006180"/>
            <a:ext cx="14687128" cy="322512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919" y="1659840"/>
            <a:ext cx="6996482" cy="61784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289" y="11590313"/>
            <a:ext cx="188690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0389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vi-VN" altLang="en-US" sz="6000" kern="120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Read Object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025" y="2171699"/>
            <a:ext cx="14801850" cy="4229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9" y="7897873"/>
            <a:ext cx="6885929" cy="209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290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93726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400" kern="1200" dirty="0" err="1">
                <a:solidFill>
                  <a:srgbClr val="4F81BD"/>
                </a:solidFill>
                <a:cs typeface="Tahoma" panose="020B0604030504040204" pitchFamily="34" charset="0"/>
              </a:rPr>
              <a:t>ObjectStreams</a:t>
            </a:r>
            <a:endParaRPr lang="en-US" altLang="en-US" sz="5700" kern="1200" dirty="0">
              <a:solidFill>
                <a:srgbClr val="4F81BD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909662" y="2106526"/>
            <a:ext cx="16481424" cy="961043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/>
              <a:t> Serializable</a:t>
            </a:r>
            <a:endParaRPr lang="en-US" dirty="0"/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Transient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578338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CDD7E-E173-4A74-9533-427DE02233F9}"/>
              </a:ext>
            </a:extLst>
          </p:cNvPr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582079886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24571</TotalTime>
  <Words>213</Words>
  <Application>Microsoft Office PowerPoint</Application>
  <PresentationFormat>Custom</PresentationFormat>
  <Paragraphs>65</Paragraphs>
  <Slides>27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Meiryo</vt:lpstr>
      <vt:lpstr>Arial (Body)</vt:lpstr>
      <vt:lpstr>Calibri</vt:lpstr>
      <vt:lpstr>Helvetica Neue</vt:lpstr>
      <vt:lpstr>Helvetica Neue Light</vt:lpstr>
      <vt:lpstr>Helvetica Neue Medium</vt:lpstr>
      <vt:lpstr>Tahoma</vt:lpstr>
      <vt:lpstr>Wingdings</vt:lpstr>
      <vt:lpstr>White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2402</cp:revision>
  <cp:lastPrinted>2019-09-17T11:00:25Z</cp:lastPrinted>
  <dcterms:modified xsi:type="dcterms:W3CDTF">2024-01-15T04:05:00Z</dcterms:modified>
  <cp:category/>
</cp:coreProperties>
</file>